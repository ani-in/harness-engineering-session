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50" r:id="rId4"/>
    <p:sldMasterId id="2147483751" r:id="rId5"/>
    <p:sldMasterId id="214748375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Lst>
  <p:sldSz cy="6858000" cx="12192000"/>
  <p:notesSz cx="6858000" cy="9144000"/>
  <p:embeddedFontLst>
    <p:embeddedFont>
      <p:font typeface="Roboto"/>
      <p:regular r:id="rId83"/>
      <p:bold r:id="rId84"/>
      <p:italic r:id="rId85"/>
      <p:boldItalic r:id="rId86"/>
    </p:embeddedFont>
    <p:embeddedFont>
      <p:font typeface="Fira Sans Extra Condensed Medium"/>
      <p:regular r:id="rId87"/>
      <p:bold r:id="rId88"/>
      <p:italic r:id="rId89"/>
      <p:boldItalic r:id="rId90"/>
    </p:embeddedFont>
    <p:embeddedFont>
      <p:font typeface="Fira Sans Medium"/>
      <p:regular r:id="rId91"/>
      <p:bold r:id="rId92"/>
      <p:italic r:id="rId93"/>
      <p:boldItalic r:id="rId94"/>
    </p:embeddedFont>
    <p:embeddedFont>
      <p:font typeface="Lexend Medium"/>
      <p:regular r:id="rId95"/>
      <p:bold r:id="rId96"/>
    </p:embeddedFont>
    <p:embeddedFont>
      <p:font typeface="Fira Sans"/>
      <p:regular r:id="rId97"/>
      <p:bold r:id="rId98"/>
      <p:italic r:id="rId99"/>
      <p:boldItalic r:id="rId100"/>
    </p:embeddedFont>
    <p:embeddedFont>
      <p:font typeface="Quattrocento Sans"/>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364A0A-BACB-46D7-832C-BCCBC61AE77F}">
  <a:tblStyle styleId="{01364A0A-BACB-46D7-832C-BCCBC61AE77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4" Type="http://schemas.openxmlformats.org/officeDocument/2006/relationships/font" Target="fonts/QuattrocentoSans-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QuattrocentoSans-italic.fntdata"/><Relationship Id="rId102" Type="http://schemas.openxmlformats.org/officeDocument/2006/relationships/font" Target="fonts/QuattrocentoSans-bold.fntdata"/><Relationship Id="rId101" Type="http://schemas.openxmlformats.org/officeDocument/2006/relationships/font" Target="fonts/QuattrocentoSans-regular.fntdata"/><Relationship Id="rId100" Type="http://schemas.openxmlformats.org/officeDocument/2006/relationships/font" Target="fonts/FiraSans-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LexendMedium-regular.fntdata"/><Relationship Id="rId94" Type="http://schemas.openxmlformats.org/officeDocument/2006/relationships/font" Target="fonts/FiraSansMedium-boldItalic.fntdata"/><Relationship Id="rId97" Type="http://schemas.openxmlformats.org/officeDocument/2006/relationships/font" Target="fonts/FiraSans-regular.fntdata"/><Relationship Id="rId96" Type="http://schemas.openxmlformats.org/officeDocument/2006/relationships/font" Target="fonts/LexendMedium-bold.fntdata"/><Relationship Id="rId11" Type="http://schemas.openxmlformats.org/officeDocument/2006/relationships/slide" Target="slides/slide4.xml"/><Relationship Id="rId99" Type="http://schemas.openxmlformats.org/officeDocument/2006/relationships/font" Target="fonts/FiraSans-italic.fntdata"/><Relationship Id="rId10" Type="http://schemas.openxmlformats.org/officeDocument/2006/relationships/slide" Target="slides/slide3.xml"/><Relationship Id="rId98" Type="http://schemas.openxmlformats.org/officeDocument/2006/relationships/font" Target="fonts/FiraSans-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FiraSansMedium-regular.fntdata"/><Relationship Id="rId90" Type="http://schemas.openxmlformats.org/officeDocument/2006/relationships/font" Target="fonts/FiraSansExtraCondensedMedium-boldItalic.fntdata"/><Relationship Id="rId93" Type="http://schemas.openxmlformats.org/officeDocument/2006/relationships/font" Target="fonts/FiraSansMedium-italic.fntdata"/><Relationship Id="rId92" Type="http://schemas.openxmlformats.org/officeDocument/2006/relationships/font" Target="fonts/FiraSansMedium-bold.fntdata"/><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font" Target="fonts/Roboto-bold.fntdata"/><Relationship Id="rId83" Type="http://schemas.openxmlformats.org/officeDocument/2006/relationships/font" Target="fonts/Roboto-regular.fntdata"/><Relationship Id="rId86" Type="http://schemas.openxmlformats.org/officeDocument/2006/relationships/font" Target="fonts/Roboto-boldItalic.fntdata"/><Relationship Id="rId85" Type="http://schemas.openxmlformats.org/officeDocument/2006/relationships/font" Target="fonts/Roboto-italic.fntdata"/><Relationship Id="rId88" Type="http://schemas.openxmlformats.org/officeDocument/2006/relationships/font" Target="fonts/FiraSansExtraCondensedMedium-bold.fntdata"/><Relationship Id="rId87" Type="http://schemas.openxmlformats.org/officeDocument/2006/relationships/font" Target="fonts/FiraSansExtraCondensedMedium-regular.fntdata"/><Relationship Id="rId89" Type="http://schemas.openxmlformats.org/officeDocument/2006/relationships/font" Target="fonts/FiraSansExtraCondensedMedium-italic.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48503ef4c999dcc5_1_2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1" name="Google Shape;451;h48503ef4c999dcc5_1_2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48503ef4c999dcc5_1_227:notes"/>
          <p:cNvSpPr txBox="1"/>
          <p:nvPr>
            <p:ph idx="1" type="body"/>
          </p:nvPr>
        </p:nvSpPr>
        <p:spPr>
          <a:xfrm>
            <a:off x="686421" y="4400239"/>
            <a:ext cx="5485200" cy="3600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h48503ef4c999dcc5_1_227:notes"/>
          <p:cNvSpPr/>
          <p:nvPr>
            <p:ph idx="2" type="sldImg"/>
          </p:nvPr>
        </p:nvSpPr>
        <p:spPr>
          <a:xfrm>
            <a:off x="2271713" y="1143000"/>
            <a:ext cx="2314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h48503ef4c999dcc5_1_238:notes"/>
          <p:cNvSpPr/>
          <p:nvPr>
            <p:ph idx="2" type="sldImg"/>
          </p:nvPr>
        </p:nvSpPr>
        <p:spPr>
          <a:xfrm>
            <a:off x="2143125" y="685800"/>
            <a:ext cx="25719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h48503ef4c999dcc5_1_2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Welcome everyone again! Before we begin I want everyone to pop in the chat and tell us 4 things about our self:</a:t>
            </a:r>
            <a:br>
              <a:rPr lang="en-US"/>
            </a:br>
            <a:r>
              <a:rPr lang="en-US"/>
              <a:t>- Name</a:t>
            </a:r>
            <a:endParaRPr/>
          </a:p>
          <a:p>
            <a:pPr indent="0" lvl="0" marL="0" rtl="0" algn="l">
              <a:lnSpc>
                <a:spcPct val="100000"/>
              </a:lnSpc>
              <a:spcBef>
                <a:spcPts val="0"/>
              </a:spcBef>
              <a:spcAft>
                <a:spcPts val="0"/>
              </a:spcAft>
              <a:buSzPts val="1100"/>
              <a:buNone/>
            </a:pPr>
            <a:r>
              <a:rPr lang="en-US"/>
              <a:t>- Role</a:t>
            </a:r>
            <a:endParaRPr/>
          </a:p>
          <a:p>
            <a:pPr indent="0" lvl="0" marL="0" rtl="0" algn="l">
              <a:lnSpc>
                <a:spcPct val="100000"/>
              </a:lnSpc>
              <a:spcBef>
                <a:spcPts val="0"/>
              </a:spcBef>
              <a:spcAft>
                <a:spcPts val="0"/>
              </a:spcAft>
              <a:buSzPts val="1100"/>
              <a:buNone/>
            </a:pPr>
            <a:r>
              <a:rPr lang="en-US"/>
              <a:t>- Location</a:t>
            </a:r>
            <a:endParaRPr/>
          </a:p>
          <a:p>
            <a:pPr indent="0" lvl="0" marL="0" rtl="0" algn="l">
              <a:lnSpc>
                <a:spcPct val="100000"/>
              </a:lnSpc>
              <a:spcBef>
                <a:spcPts val="0"/>
              </a:spcBef>
              <a:spcAft>
                <a:spcPts val="0"/>
              </a:spcAft>
              <a:buSzPts val="1100"/>
              <a:buNone/>
            </a:pPr>
            <a:r>
              <a:rPr lang="en-US"/>
              <a:t>- Organization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48503ef4c999dcc5_1_262: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6" name="Google Shape;486;h48503ef4c999dcc5_1_2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 structure of this class is identical to the style that they will see in all their future classes (Sunday Live + MCQ + Coding Assignment). Some classes will have pre class and post-class videos and some will not. It is also important to mention that pacing oneself is very important as notated by the  Figure on the bottom.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en-US"/>
              <a:t>Courses are recorded in case you </a:t>
            </a:r>
            <a:r>
              <a:rPr b="1" lang="en-US"/>
              <a:t>miss or would like a review</a:t>
            </a:r>
            <a:r>
              <a:rPr lang="en-US"/>
              <a:t>. Depending on the </a:t>
            </a:r>
            <a:r>
              <a:rPr b="1" lang="en-US"/>
              <a:t>topic there are other video assets available</a:t>
            </a:r>
            <a:r>
              <a:rPr lang="en-US"/>
              <a:t> on Uplevel.</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48503ef4c999dcc5_1_269:notes"/>
          <p:cNvSpPr/>
          <p:nvPr>
            <p:ph idx="2" type="sldImg"/>
          </p:nvPr>
        </p:nvSpPr>
        <p:spPr>
          <a:xfrm>
            <a:off x="2143125" y="685800"/>
            <a:ext cx="25719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h48503ef4c999dcc5_1_2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US" sz="1400">
                <a:solidFill>
                  <a:schemeClr val="dk1"/>
                </a:solidFill>
              </a:rPr>
              <a:t>Interact</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US" sz="1400">
                <a:solidFill>
                  <a:schemeClr val="dk1"/>
                </a:solidFill>
              </a:rPr>
              <a:t>Clarification</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US" sz="1400">
                <a:solidFill>
                  <a:schemeClr val="dk1"/>
                </a:solidFill>
              </a:rPr>
              <a:t>MCQ</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US" sz="1400">
                <a:solidFill>
                  <a:schemeClr val="dk1"/>
                </a:solidFill>
              </a:rPr>
              <a:t>Use resources</a:t>
            </a:r>
            <a:endParaRPr sz="1400">
              <a:solidFill>
                <a:schemeClr val="dk1"/>
              </a:solidFill>
            </a:endParaRPr>
          </a:p>
          <a:p>
            <a:pPr indent="0" lvl="0" marL="0" rtl="0" algn="l">
              <a:lnSpc>
                <a:spcPct val="100000"/>
              </a:lnSpc>
              <a:spcBef>
                <a:spcPts val="0"/>
              </a:spcBef>
              <a:spcAft>
                <a:spcPts val="0"/>
              </a:spcAft>
              <a:buSzPts val="1100"/>
              <a:buNone/>
            </a:pPr>
            <a:r>
              <a:t/>
            </a:r>
            <a:endParaRPr sz="14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48503ef4c999dcc5_1_277: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h48503ef4c999dcc5_1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How we can help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48503ef4c999dcc5_1_282: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9" name="Google Shape;509;h48503ef4c999dcc5_1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48503ef4c999dcc5_1_287:notes"/>
          <p:cNvSpPr/>
          <p:nvPr>
            <p:ph idx="2" type="sldImg"/>
          </p:nvPr>
        </p:nvSpPr>
        <p:spPr>
          <a:xfrm>
            <a:off x="381300" y="685800"/>
            <a:ext cx="6096000" cy="34293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5" name="Google Shape;515;h48503ef4c999dcc5_1_2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While explaining, plz mention that these pre videos are </a:t>
            </a:r>
            <a:r>
              <a:rPr b="1" lang="en-US"/>
              <a:t>mandatory</a:t>
            </a:r>
            <a:r>
              <a:rPr lang="en-US"/>
              <a:t> and watching them before the class would increase their understanding &amp; hence improve their learning experience.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US" sz="1050">
                <a:solidFill>
                  <a:srgbClr val="444746"/>
                </a:solidFill>
                <a:highlight>
                  <a:srgbClr val="FFFFFF"/>
                </a:highlight>
                <a:latin typeface="Roboto"/>
                <a:ea typeface="Roboto"/>
                <a:cs typeface="Roboto"/>
                <a:sym typeface="Roboto"/>
              </a:rPr>
              <a:t>While explaining plz mention that these post class videos are </a:t>
            </a:r>
            <a:r>
              <a:rPr b="1" lang="en-US" sz="1050">
                <a:solidFill>
                  <a:srgbClr val="444746"/>
                </a:solidFill>
                <a:highlight>
                  <a:srgbClr val="FFFFFF"/>
                </a:highlight>
                <a:latin typeface="Roboto"/>
                <a:ea typeface="Roboto"/>
                <a:cs typeface="Roboto"/>
                <a:sym typeface="Roboto"/>
              </a:rPr>
              <a:t>not mandatory</a:t>
            </a:r>
            <a:r>
              <a:rPr lang="en-US" sz="1050">
                <a:solidFill>
                  <a:srgbClr val="444746"/>
                </a:solidFill>
                <a:highlight>
                  <a:srgbClr val="FFFFFF"/>
                </a:highlight>
                <a:latin typeface="Roboto"/>
                <a:ea typeface="Roboto"/>
                <a:cs typeface="Roboto"/>
                <a:sym typeface="Roboto"/>
              </a:rPr>
              <a:t> and don't have any dependency on further classes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h48503ef4c999dcc5_1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1" name="Google Shape;521;h48503ef4c999dcc5_1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h48503ef4c999dcc5_1_5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8" name="Google Shape;528;h48503ef4c999dcc5_1_59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(0:02:30-0:02:45)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Plain explanation: the agent sends the conversation to the model and gets back text or a tool call; it runs the tool, appends the result to the history, and asks again.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in this session's runs the model is gpt-6-luna and the prompt is a TeamTrack ticket such as "Add org-wide issue search: GET /issues".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in Section 1: Instructions' captured run, the early tool calls read ARCHITECTURE.md and the add-endpoint skill, then patched the issues service and route.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junior engineer who sees only what is on their desk, and can open one file-cabinet drawer at a time, if they think to.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tools box: every harness layer today touches this box or the arrows around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"Where does the agent learn the team's rules in this picture?" Expected: nowhere yet; only the ticket is in context. That is Section 1's problem.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 the model stateful between turns?" Answer: no; the loop re-sends the history every turn, which is why context size matters.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 tools run on my machine?" Answer: in this course every tool command runs in a container with no network (Section 3: Scope and sandbox).</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agent reads the whole repository at the start". Correction: it reads only what it chooses to open, one tool call at a time; more tools are not free either, each call costs a turn and context.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seconds. Next build: when the loop stops.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(0:02:45-0:03)</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Plain explanation: three ways out of the loop: no more tool calls, a done claim, or a limit on turns, cost, or time.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Section 1: Instructions' run captured on 2026-10-17 ended after 35 turns, 3 min 53 s after launch.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the junior engineer says "done" and walks away; nobody has reviewed the 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result box: today "done" is a claim, and a separate program, the referee, checks what actually shipped.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"Who decides the work is finished in this picture?" Expected: the model itself. That is Section 4: Verification's problem.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"What stops a run that never ends?" Answer: the agent time limit (420 s per arm in the class profile) and a cost cap per arm.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loop is the harness". Correction: the loop is the engine; the harness is everything around it, which we build today.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Transition sentence: "Four layers around this loop, one per section."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seconds. Next: today's agenda.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48503ef4c999dcc5_1_923: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h48503ef4c999dcc5_1_9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6" name="Google Shape;57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0.5 min (0:03:15-0:03:45)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Plain explanation: we do not change the model. We change its environment: what is in its context, what survives a session stop, which files it may touch, and what counts as done.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Harness engineering (https://openai.com/index/harness-engineering/) describes the job as to "design environments, specify intent, and build feedback loops". That is where the course's word "harness" comes from.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TeamTrack is a FastAPI issue tracker where each customer is an org; the agent adds real features to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you would not hand a new hire production access, no docs, and no CI, then judge them on their own report. The harness is the docs, the access rules, and the CI.</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referee outside the harness: it is not part of what the agent gets, and it scores what shipped the same way for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keep the referee outside the harness?" Expected: so the harness cannot grade itself.</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 shipharness tied to one agent product?" Answer: no; it runs its own loop on the OpenAI API, and the starter kit copies the same files into your repository for Claude Code, Codex, or Cursor.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harness makes the agent smarter". Correction: it changes what the agent sees and may do; whether that changes the outcome is what we measure.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30 seconds. Next: what goes wrong without it.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5" name="Google Shape;58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 min (0:03:45-0:04:45)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This is the root README's story, one ticket a day. It is an illustrative scenario, not an incident from our runs; say so.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Monday is a tenant leak: a data exposure, an incident, a disclosure, and a hunt for every copy of the pattern.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Tuesday is a lost session: two Alembic heads (two "newest" migrations, so alembic upgrade head cannot pick one); the deploy is blocked until someone merges them by hand.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Wednesday is scope creep: the ticket was one endpoint, the diff touched middleware every request runs through.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Thursday is a false "done": the review rests on trust in the agent's own report.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Each failure maps to one section: Monday to Section 1: Instructions, Tuesday to Section 2: State and sessions, Wednesday to Section 3: Scope and sandbox, Thursday to Section 4: Verification.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"tests pass" on Monday: the tests created one org, so a missing org filter was invisible to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of the four have you seen in your team?" Expected: Wednesday and Thursday most often. Take one story, 20 seconds.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"Are these from real incidents?" Answer: the week is illustrative, the mechanisms are not: TeamTrack has an unfiltered legacy handler, and in Section 3 every bare arm on Feature 4: Version checks on issue edits really edited a shared module.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"better tests would catch all four". Correction: Monday's tests created one org; Thursday's suite stayed green because the new header is optional. Tests check what their author thought of.</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 minute. Next: why a capable agent still does this.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0" name="Google Shape;60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0.75 min (0:04:45-0:05:30)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Four causes, one per card: a rule it never reads does not exist for it; each session starts with no memory; it copies whatever pattern sits nearby; it grades its own work too kindly.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Card 3 in full: "Codex replicates patterns that already exist in the repository—even uneven or suboptimal ones."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4: Building a C compiler with a team of parallel Claudes (https://www.anthropic.com/engineering/building-c-compiler) adds the container advice we use in Section 3: Scope and sandbox: "(Run this in a container, not your actual machine)".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TeamTrack has a legacy GET /v1/issues handler with no org filter, next to where the Feature 1: Org-wide issue search query must go. That is card 3 in one file.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drive-by open-source contributor: CONTRIBUTING.md exists, they skim the nearest file instead, copy its style, and mark their own PR "tested".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lead's word "still": nothing is withheld. The bare arm gets every rule in platform/teamtrack/docs/HANDBOOK.md.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"If the rule is in the repository, why is that not enough?" Expected: on disk is not in context; the agent must choose to open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stronger model fixes all four". Correction: a stronger model may need fewer layers, which is why we measure each layer on the model we use.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quote vendor engineering blogs?" Answer: these teams ran long agent loops on real code and wrote down the failures; Section 4: Verification adds three papers from Meta and Weco AI. Each quote was checked against its source, and the References slides list every 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seconds. Next: why this matters to a team.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(0:05:30-0:05:45)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Plain explanation: each failure costs more than the agent saved on the ticket. One missing org filter turns a small ticket into a disclosure plus an audit of every copy of the pattern.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harness numbers are from the runs before class: harness arms ran longer, median 302 s against 190 s, and cost more, median $0.0123 against $0.0103 per arm (exploratory, chosen after the results, so descriptive only).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Post hoc again: harness arms hit the agent time limit in 9 of 34 runs, bare arms in 4 of 34.</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 the trade is real: every layer must buy something you can see, or it is overhead.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3: Harness design for long-running application development (https://www.anthropic.com/engineering/harness-design-long-running-apps): "every component in a harness encodes an assumption about what the model can't do on its own, and those assumptions are worth stress testing".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CI minutes. A slow pipeline is fine if it catches regressions; a slow pipeline that never fails is waste.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"How would you know a layer is not paying off?" Expected: run the same ticket with and without it and compare a measure chosen in advance.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"Per run or per class?" Answer: per arm run; the whole class plan needs at most $2.36 at the caps, under a $2.50 session cap.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harness is free once written". Correction: it costs turns and wall time on every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seconds. Next: the four gaps in one picture.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8" name="Google Shape;62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(0:05:45-0:06)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 the diagram row by row, left to right: story, cause, layer.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Row 1: tenant leak, rule not in context, Section 1: Instructions: a short map in context, details on disk.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Row 2: lost migration, no memory across sessions, Section 2: State and sessions: a progress file, a plan, and a handoff.</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Row 3: middleware edit, copied patterns and hard-to-undo actions, Section 3: Scope and sandbox: allowed paths per phase, a container with no network.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Row 4: false "done", self-grading, Section 4: Verification: test filters and a gate; the harness, not the agent, marks a feature as passing.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onboarding docs, shift handover, least privilege, CI gates: practices your team already trusts for humans.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row do you expect to show the biggest difference?" Expected: guesses vary. Answer at the end: only row 3, on one ticket.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"Where is the sandbox?" Answer: row 3, but it is the same container for both arms, so no measurement can credit it; only the scope guard differs.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"one layer fixes several gaps". Correction: each layer here targets one cause; Section 3 also shows a guard can win by construction, which is not the same as being correct.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seconds. Next: the app.</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7" name="Google Shape;63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0.75 min (0:06-0:06:45)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Seven tables, from platform/teamtrack/app/db/models.py; its docstring is the key-idea line.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Issues carry org_id, project_id, status (open, in_progress, done), priority, an assignee, a version column (used by Feature 4: Version checks on issue edits), and deleted_at for soft deletes. Users are admin, member, or viewer; every write adds one audit_log row.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seed creates Acme and Globex with an admin, a member, and a viewer each, for example admin@acme.test.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Stack, TeamTrack: FastAPI, SQLAlchemy, Alembic migrations, SQLite by default, and a small board under /board in Jinja2 and HTMX (a small JavaScript library that swaps parts of a server-rendered page); tests in pytest; import-linter checks the layering.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Stack, shipharness: the course's command-line tool in Python 3.12 with uv. It runs an agent with or without the harness, runs A/Bs, judges them, and serves the console on port 8765. Every tool command and the referee run in Docker containers with no network.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LangSmith keeps a trace of every model call; ordinary traces are kept 14 days (Source 5: LangSmith billing (https://docs.langchain.com/langsmith/billing)), so copy links you need.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row-level security done in application code. Every query must say WHERE org_id = caller's org; one missing clause is a leak.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is a missing org filter invisible to most unit tests?" Expected: the tests create one org, so every row belongs to the caller anyway.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 there real auth?" Answer: a demo token from POST /auth/login, for local use only.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"SQLite makes these toy results". Correction: what is measured (files outside the ticket, Alembic heads, org filters, done claims) does not depend on the database engine.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seconds. Next: the seven house rules.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0.75 min (0:06:45-0:07:30)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rules come from platform/teamtrack/docs/HANDBOOK.md. Both arms get the full handbook; the harness arm also gets them as one line each in its map.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House rule 1: Tenant isolation: every query on customer data filters by the caller's org_id; another org's resource answers 404 not_found, never 403, because 403 tells the caller it exists. An assignee id in a body must belong to the caller's org too.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House rule 2: Roles: every POST, PUT, PATCH, and DELETE from a viewer returns 403 forbidden, using require_writer and require_admin from app/api/deps.py.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House rule 3: API conventions: lists return {"items": [...], "next_cursor": ...} with keyset paging by ascending id (each page starts after the last id seen); errors use the {"error": {"code", "message"}} envelope; 201 for creates, 204 for deletes.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House rule 4: Safe retries: the same Idempotency-Key header with the same body returns the first response and creates nothing new; POST /projects is the pattern. Issue creation does not support keys yet: that is Feature 3: Safe retries for issue creation.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House rule 5: Audit log: one row per write, through services.audit.record. House rule 6: Layering: app/api and app/web never import app/db; import-linter checks it. House rule 7: Migrations: run alembic heads first, keep exactly one head.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Every rule ends with "The check:" in the handbook, for example an Acme user with Globex ids must get 404 on every endpoint.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your code-review checklist, each item turned into a test that runs on every endpoint, including new ones.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rule can the code not show you?" Expected: House rule 1's "404, never 403"; nothing in a working handler says 403 leaks existence.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"Does the harness arm get extra rules?" Answer: no; the harness may reorganise knowledge, never add facts, and a unit test checks every rule is in the handbook both arms read.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"house rules are style preferences". Correction: House rule 1 is a data-exposure rule and a broken House rule 7 blocks deploys; the referee checks both from outside.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seconds. Next: how we measure.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1.75 min (0:07:30-0:09:15)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 A/B is two runs of the same ticket: bare arm (ticket and repository only) and harness arm (the same plus the layers so far). Held equal: agent, model, effort, ticket, repository, tools, sandbox limits, turn limit, cost cap.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Fairness rule: the harness may reorganise knowledge, never add facts; the bare arm has the 150-line handbook with every house rule.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referee runs after the agent stops, in a fresh container with no network, on a fresh copy plus the arm's diff: hidden tests, tenant isolation probes (an Acme user asks for Globex ids and expects 404), referee mutants the agent's tests should catch, and a blinded reviewer whose verdict is secondary.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Results are counts, "0 of 3", never percentages: with one to seven runs per arm a percentage hides how few runs there are. Where both arms pass equally often we say "no measurable difference".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 class, Sections 1, 2, and 4 run the harness arm alone ("harness in action", make show-N) because the A/Bs before class showed no gap; Section 3: Scope and sandbox and the final run both arms live.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Live now, terminal B: make doctor. Read the key lines aloud: accepted by OpenAI, accepted by LangSmith, last line result: + ready. It never prints a key. If it says SHIPHARNESS_CLASS_DATE is not set, repeat the date step from the instructor guide; if Docker is down, sudo systemctl start docker.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Then the console (running in terminal A since before class, http://127.0.0.1:8765): press 1 Live, 2 Boards, 3 Evidence, 4 A/B Report, 5 Traces, once each. F shows one arm full width. make warm ran before class, so the first launch does not pay for image start-up.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Then the assessment printout prepared before class. Say: "This is what the bare arm works with: no map, no progress file, no feature list. The rules themselves are in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CI with a hidden test suite the developer cannot see, plus a reviewer who does not know which arm wrote the diff.</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choose the primary measure before running?" Expected: so nobody can pick the flattering number afterwards.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"Does a section's A/B test that one layer?" Answer: it tests the harness so far against bare; isolating one layer needs a leave-one-out run, which the course did not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"one passing run proves the layer works". Correction: one run is one dot; it shows the layer ran, not that it helped.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 minute 45 seconds. Next: the terms.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2" name="Google Shape;66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0.75 min (0:09:15-0:10)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Arm: the bare arm gets the ticket and repository; the harness arm gets the same plus the layers built so far.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Primary measure, Section 1: Instructions' example: "did the change add a new tenant isolation violation?", registered before any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Hidden tests and mutants are the held-out checks: Feature 4: Version checks on issue edits has 69 hidden tests and 4 referee mutants; a run's own tests must fail on a mutant to catch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Allowed paths and gate: the build phase writes the feature, the test phase adds tests only; in the harness arm finish(claim="done") runs checks first and a failure returns "Not accepted." (Section 4: Verification).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Optimistic concurrency: GET returns an ETag holding the issue's version; a save sends it back in If-Match; if someone saved in between, 412 and no change. Alembic head: each migration names its parent; two with the same parent make two heads.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Context reset versus compaction (Section 2: State and sessions); glob and least privilege (Section 3: Scope and sandbox): app/web/ matches every file under app/web.</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Defined where they come up: exec plan, handoff, keyset paging, frontmatter (the YAML header of a SKILL.md), Linux capabilities, loopback, reward hacking (passing checks without doing the task), compositional failure, pass^k, hill climbing.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Console codes, said once here: the console prints F1 to F7 for the seven features, Feature 1: Org-wide issue search to Feature 7: Labels, in the agenda's order (F4 is Feature 4), and R1 to R7 for House rule 1: Tenant isolation to House rule 7: Migrations. Commands take the readable names.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"Hidden test or mutant: what is the difference?" Expected: a hidden test checks the feature; a mutant checks whether the agent's own tests would notice a planted bug.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Four more terms, in docs/glossary.md: held out (hidden, used only to score), flaky test (passes and fails on the same code), post hoc (chosen after the results, so descriptive), ablation (remove one layer, measure again).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"post hoc numbers are wrong". Correction: they are real counts, chosen after the results, so they describe and cannot confirm.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seconds, opening ends at 0:10. Next: Section 1, and its launch.</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9" name="Google Shape;66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(0:12-0:16)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Illustrative scenario from the section's concepts page: Priya's team asks a coding agent for GET /issues. House rule 1: Tenant isolation lives in the team handbook, which the ticket does not mention.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agent lists the repository, opens the issues code, and finds list_all_legacy, a query from an old endpoint that lists every issue of every org.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real function, app/repositories/issues.py: its docstring says "LEGACY (used only by /v1/issues). Not tenant-scoped: do not use or copy this function." The query is select(Issue).order_by(Issue.id).offset(offset).limit(limit).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tests create one org, so every row belongs to the caller; they pass. The reviewer sees code shaped like the rest of the file.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Cost: a cross-tenant data exposure, an incident, a disclosure, and a hunt for every other copy of the pattern.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Nobody broke a rule on purpose: the rule was on disk, not in front of the agent when it wrote the query.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new hire copies the oldest working example in the codebase because nobody told them it is deprecated.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code chip: the missing line is where(Issue.org_id == actor.org_id).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review comment would have caught this?" Expected: "where is the org filter?", and only if the reviewer knows the rule.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Honesty note: no run before class shipped this leak; say so now and come back to it on the results slide.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agent was careless". Correction: it picked the shortest working example next to the target file; without the rule in context that is reasonable, so the fix is context, not scolding.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Next: the obvious fix, and why it is not one.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9" name="Google Shape;68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(0:16-0:20)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first, pause five seconds: "Can we just paste every rule into the prompt? Shout yes or no." Expected: a split room; most say yes for a small file. Fair for TeamTrack's 150-line handbook; hold that thought for a real team's file.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Then the verdict: no, not as the main mechanism. Source 1: Harness engineering (https://openai.com/index/harness-engineering/): "give Codex a map, not a 1,000-page instruction manual."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Assignment 1: Instructions starts from a real-shaped example: an 899-line AGENTS.md for a TeamTrack variant with 70 tagged rules (section-1-instructions/assignment/starter/original/AGENTS.md).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Reason 1, Source 1 (https://openai.com/index/harness-engineering/): "Context is a scarce resource. A giant instruction file crowds out the task, the code, and the relevant docs." The 899 lines are paid on every task.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Reason 2: "Too much guidance becomes non-guidance." In the 899-line file the tenant rule starts at line 204 and the warning about the legacy endpoint at line 586.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Reason 3: "It rots instantly. A monolithic manual turns into a graveyard of stale rules." The file still holds four retired rules. And a single blob "doesn't lend itself to mechanical checks (coverage, freshness, ownership, cross-links), so drift is inevitable." Idea 4 comes back to this.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900-line PR description, or one 900-line config file with no schema versus small typed config files with a linter.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"Does Claude Code not load CLAUDE.md in full anyway?" Answer: yes, it does; that is why the file must stay short and point elsewhere.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 OpenAI's experience general?" Answer: they say their results should "not be assumed to generalize without similar investment"; today we measure the idea on our model.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problem is only token cost" or "just move the tenant rule to the top". Correction: rules compete for attention and the file rots unnoticed; reordering lifts one rule and buries another.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Next: idea 1, the map.</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2" name="Google Shape;70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(0:20-0:24:30)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Harness engineering (https://openai.com/index/harness-engineering/): "A short AGENTS.md (roughly 100 lines) is injected into context and serves primarily as a map, with pointers to deeper sources of truth elsewhere." And: "we treat it as the table of contents."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details live in docs/, "treated as the system of record". TeamTrack copies that layout: AGENTS.md and ARCHITECTURE.md at the root; SECURITY.md, RELIABILITY.md, QUALITY_SCORE.md, PLANS.md, design-docs/, product-specs/, references/ in docs/.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TeamTrack's map, platform/teamtrack/harness/instructions/AGENTS.md: 94 lines, keyed by "When you are about to", one file per row, all seven house rules at a glance.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rows: "add or change an endpoint" → the add-endpoint skill; "decide who may see or change data" → platform/teamtrack/harness/instructions/docs/SECURITY.md (House rule 1: Tenant isolation, House rule 2: Roles). The full tenant rule lives once, in platform/teamtrack/harness/instructions/docs/SECURITY.md.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"Do not copy" names GET /v1/issues, repositories.issues.list_all_legacy, and services.legacy, and points to POST /projects as the right pattern.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Keyed by action, not topic: the agent knows what it is about to do ("touch a repository"), not which topic it needs.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onboarding docs with a "start here" page versus a wiki dump, or a runbook index that says which runbook to open for which alert.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right side: one hop from the map to the rule.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key the table by action instead of topic?" Expected: the agent's next action is the lookup key it has.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94 lines and not 20?" Answer: one row per common action, the seven house rules, and the "Do not copy" list; shorter is fine if every row still names one file.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short map means fewer rules". Correction: the same rules, organised; a unit test checks every rule is still in the handbook both arms read.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how the details load only when needed.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1" name="Google Shape;711;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(0:24:30-0:29)</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Harness engineering (https://openai.com/index/harness-engineering/): "This enables progressive disclosure: agents start with a small, stable entry point and are taught where to look next, rather than being overwhelmed up front."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6: Agent Skills Specification (https://agentskills.io/specification): "The name and description fields are loaded at startup for all skills"; instructions "&lt; 5000 tokens recommended"; resources load "only when required".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Tier 1: name and description of every skill, at start. Tier 2: the full SKILL.md, when the agent picks it. Tier 3: references, scripts, assets, when a step needs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TeamTrack's add-endpoint: tier 1 is its description ("Add or change a TeamTrack HTTP endpoint so it follows house rules ... Use when a ticket adds a route ..."), tier 2 the 100-line SKILL.md, tier 3 references/tests.md.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What the runs showed: in one round every harness arm read the skill body (tier 2), and none read references/tests.md (tier 3). Tier 3 stayed on disk, as designed.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description does the routing: it "should describe both what the skill does and when to use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man page: the one-line summary in the index, the page when you need it, "SEE ALSO" only for a specific step.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"A skill's description says only 'Endpoint helper.' What breaks?" Expected: tier 1; the agent never opens it, so tiers 2 and 3 never load.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 Claude Code, Codex, and Cursor all do this?" Answer: all three read Agent Skills from a skills folder: Source 7: Extend Claude with skills (https://code.claude.com/docs/en/skills), Source 8: Build skills (https://learn.chatgpt.com/docs/build-skills), Source 9: Agent Skills (Cursor docs) (https://cursor.com/docs/skills); post-class reading 03 lists where each one looks.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"skills are plugins with code". Correction: a skill is a folder with a Markdown recipe; scripts are optional tier 3 files.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how the map reaches the model.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0" name="Google Shape;72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(0:29-0:33:30)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Plain explanation: the prefix is what the harness arm sees before the ticket, in every session. Only the map and the catalogue go in; documents and skill bodies stay on disk. The bare arm gets the same core prompt without the prefix.</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map file has 94 lines; the agent gets 92, because two walkthrough comment lines are stripped.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code, platform/src/shipharness/harness/instructions/router.py lines 37-47, the body of build_prefix: three blocks, one usage sentence, the map, the skills catalogue, joined with blank lines.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Key line: agents_md = strip_markers((source / MAP_FILE).read_text(encoding="utf-8")).strip(). source is platform/teamtrack/harness/instructions/, never the arm's workspace; strip_markers drops the two comment lines.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catalogue_block() reads only each skill's frontmatter and writes one line per skill (name, description, path): tier 1 only.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Same layer, not on screen: context_prefix in layer.py (lines 113-116) caches the string so every session gets identical text, the "small, stable entry point" of Source 1: Harness engineering (https://openai.com/index/harness-engineering/); after_tool (lines 126-136) logs each harness file the agent opens and tags skill reads with their tier. It returns a note and never blocks; those notes are the "agent read skill add-endpoint (tier 2)" lines on screen 1.</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"Context prefix" is the course's term, not a source's.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least privilege for instructions, or an immutable config object built at startup from a read-only mount: the agent can read its orders but not rewrite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"What would go wrong if source pointed at the workspace?" Expected: the agent could rewrite its own instructions mid-run, and session 2 would get the edited map.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 I need this code to use a map?" Answer: no; most coding agents load AGENTS.md and skills themselves. Write code like this only if you run your own loop.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agent sees the docs because they are in the repository". Correction: only the map and the catalogue are sent; screen 3 later shows which docs it opened.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keeping the map true.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9" name="Google Shape;72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(0:33:30-0:38)</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Harness engineering (https://openai.com/index/harness-engineering/): "Dedicated linters and CI jobs validate that the knowledge base is up to date, cross-linked, and structured correctly."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And: "we write the error messages to inject remediation instructions into agent context." A lint message that says how to fix the problem teaches the agent too.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four checks: every link in the map resolves; every active rule lives in exactly one doc; retired rules never come back; the skill header (frontmatter) passes the validator.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Assignment 1: Instructions asks you to write checker/check_docs.py; the reference checker on the reference tree prints OK: 13 files, 147 links, 66 rules covered.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Skill check: uv run shipharness skills validate platform/teamtrack/harness/instructions/.agents/skills checks the frontmatter (name matches the folder, description present, no extra fields).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Fairness check: platform/tests/unit/harness_instructions/test_parity.py fails if a rule in the harness docs is missing from the handbook both arms read. "Reorganise, never add."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CI gates for documentation: a broken link fails the build like a broken import.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"Your map points to platform/teamtrack/harness/instructions/docs/SECURITY.md and someone renames it. What happens without a check?" Expected: the agent follows a dead pointer and falls back to nearby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"Who fixes a failing doc check?" Answer: whoever moved the file, in the same pull request.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link checker is enough". Correction: every link can resolve while a rule silently disappears; the coverage check (each of the 66 active rules in exactly one doc) catches that.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Instructor cue: glance at terminal B; make show-1 should have printed its Cost: line by now.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the four ideas on one page.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2 min (0:38-0:40)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One sentence for the layer: a short map always in context, pointing to focused documents and skills the agent opens only when the task needs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Map: keyed by action, one file per row, house rules at a glance, "Do not copy" for legacy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Disclosure: tier 1 always, tier 2 when picked, tier 3 when a step needs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Prefix: built once from a copy the agent cannot edit, the same for every session.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Checks: a script keeps links, rule coverage, and parity true; a test keeps the A/B fair.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"It never blocks": the layer's after_tool hook returns notes, never a refusal. A guarantee needs Section 3: Scope and sandbox or Section 4: Verification.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warning-level lint rule: it points at the problem and never fails the build.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row would you add to your repository first?" Expected: the map; follow up with "and which check keeps it true?"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"if the agent reads the map, it will follow the rules". Correction: reading is not applying; the referee checks shipped code, not the reading list.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2 minutes. Next: the live run.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10 min (0:40-0:50)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Files for this demo: section-1-instructions/demo/run.sh (the command), section-1-instructions/demo/walkthrough.md (the code, explained), section-1-instructions/demo/harness/ (the map, docs, and skills the arm gets), section-1-instructions/demo/expected/ (the captured run, the fallback), docs/evidence/s1.md (every number), console http://127.0.0.1:8765.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Switch to browser tab 2, the run of make show-1 launched at about 0:11. It should have finished by about 0:22. Walk screens 1, 3, 2, 5, 4.</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(1), Live. Point at "HARNESS IN ACTION", then the decisions: "placed 31 instruction files (AGENTS.md map, docs, skills)", "agent read ARCHITECTURE.md", "agent read skill add-endpoint (tier 2)". Say: "Map and skill read before any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lower: patches to the issues service, route, and tests; "No gate." (that layer comes in Section 4: Verification); the test phase; the pill "primary verdict ready" and the results row.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 today's verdict aloud. Pass: "No new tenant leak. One run shows the layer ran, not that it helped." Fail: "A leak shipped with the map in place. That is a result."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Run captured on 2026-10-17, for comparison (agent limit then 300 s): minute 1, 31 files placed, map and skill read, patches to service, route, tests; minute 3, the test phase wrote and ran test_org_issue_search.py; 3:53, run ended after 35 turns; 4:11, primary verdict PASS, 0 new violations; 10:00, hidden tests 52 of 52, referee mutants 2 of 4, reviewer accepted; 10:14, cost line $0.019744.</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Say about mutants 2 of 4: "The agent's own tests caught half of the referee's planted bugs. Section 4: Verification is about that gap." About 3:53 to 4:11: "18 seconds from agent done to the answer this section cares about."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(3), Evidence. Point at files read, grouped as skill, harness doc, handbook, code, test; the five changed files; the referee line r1_tenant: 0 new (r1_tenant is the House rule 1: Tenant isolation check). Say: "The old /v1/issues leak is starting code and does not count."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also say: in the captured run the agent opened the skill, ARCHITECTURE.md, and the handbook, but not platform/teamtrack/harness/instructions/docs/SECURITY.md. Only read_file calls appear; a cat in a shell does not.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2 (2), Boards: the board as admin@acme.test, badge "only own-org cards, no duplicates". Feature 1: Org-wide issue search changes no board pixels, so there is one frame.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5 (5), Traces: the referee event tail and LangSmith links; open one to show every model call. Screen 4 (4), A/B Report: the dots from before class; today's verdict sits at the top, not as a dot. Say: "One run in class is not a dot in the comparison."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Code to mention while on screen 1: the prefix comes from build_prefix in router.py (idea 3); walkthrough.md has every excerpt.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screen differs from the capture (other files read, turns, times): say so and compare the order of events, not the minutes. ABORTED: timeout or ABORTED: cap: it is still judged; say which limit and read the verdict.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run is still going: walk screen 1 live, teach the results slide, and come back for the verdict.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it failed for a reason outside the experiment (Docker, network, OpenAI account): say so, then make replay RUN=&lt;id&gt; with the fallback id recorded the day before (red RECORDING badge). If Docker is down, walk section-1-instructions/demo/expected/: screen-1 frames in minute order, then screens 3, 2, 5, 4, and terminal.txt, saying "recorded before class".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10 minutes. Next: what the measurements say.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(0:56-1:00)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 questions from the chat first; TAs pick the top ones.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"Is the harness arm not just given more information?" Answer: no; it may reorganise knowledge, never add facts, and test_parity.py checks the rules match.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"Why not paste the whole handbook into the prompt?" Answer: "Too much guidance becomes non-guidance"; it crowds out the task and goes stale.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"Does the files-read list on screen 3 prove the harness worked?" Answer: no; it explains a path. The score is what the referee finds in shipped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"Would the map help a weaker model?" Answer: unknown; we measured one model. make demo-1 runs both arms on Feature 1: Org-wide issue search if you want to find 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"What does the agent see of a skill at the start?" Answer: one catalogue line: name, description, and the path to SKILL.md.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if it comes up: "the map failed". Correction: the model did not need it on this ticket; that is a measured finding about the bet.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After class: Assignment 1: Instructions (make check-assignment-1 fails on the starter by design), the post-class readings, section-1-instructions/session-notes.md.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section ends at 1:00. Next: a 10-minute break.</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9" name="Google Shape;75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10 min (1:00-1:10)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Write the return time (1:10) on the slide before you step away.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Nothing runs during the break; leave the console (terminal A) open.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Check terminal B is free: Section 2: State and sessions launches make show-2 SESSION_BUDGET=12,38 on its first slide, at about 1:11.</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a learner's setup failed, point them to setup/README.md and docs/troubleshooting.md.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Transition: "Welcome back. The agent now knows the rules. Next: what happens when its session ends halfway through the work."</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h48503ef4c999dcc5_1_1094: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h48503ef4c999dcc5_1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(1:12-1:16)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Illustrative scenario from the concepts page: Marco asks a coding agent for comments on TeamTrack issues: a comments table, three endpoints, a board panel. It is built from the failure in Source 2: Effective harnesses for long-running agents (https://www.anthropic.com/engineering/effective-harnesses-for-long-running-agents): a session that ends "with a feature half-implemented and undocumented", leaving the next one "to guess at what had happened".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Session 1 leaves a migration, half an endpoint, no note, and a ticket that still says "add comments". Session 2 writes a second migration; a reviewer untangles two versions of one change; the team pays twice.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House rule 7: Migrations says exactly one Alembic head and a working fresh upgrade. Two migrations that both name 0001_initial as their parent make two heads; alembic upgrade head refuses to pick 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two engineers on different shifts each writing the same schema change because nobody wrote "I already did the migration" on the ticket.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card 5: that fork is what the referee's migrations check looks for in every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"Session 2 has the whole repository, including the uncommitted migration. Why would it write a second one?" Expected: having the file is not looking at it; without git status or a look at migrations/versions it works from the ticket alone.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"Would CI catch two heads?" Answer: migration checks do, but only after the duplicate work is done and paid for; the goal is that session 2 never starts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"Did this happen in your runs?" Answer: not on this model; keep that for the results slide.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"uncommitted work is lost work". Correction: the files are on disk; nothing tells the next session to look.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Next: why a capable model redoes work.</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(1:16-1:20)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first: "Can we just carry the old context over, squeezed down?" Expected: many say yes, summarise or compact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Every session is a fresh model call: Source 2: Effective harnesses for long-running agents (https://www.anthropic.com/engineering/effective-harnesses-for-long-running-agents): "each new session begins with no memory of what came before." In our runs session 1 gets 12 turns, session 2 gets 38; the stop is the same for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verdict, Source 2 (https://www.anthropic.com/engineering/effective-harnesses-for-long-running-agents): "However, compaction isn't sufficient." A compacted transcript still says "I started the migration" without where the file is or whether it was committed.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3: Harness design for long-running application development (https://www.anthropic.com/engineering/harness-design-long-running-apps) says compaction "preserves continuity" but does not give the agent "a clean slate".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Reason 2: the repository has the truth, but only if the session reads it first. In one test run before class, the bare arm's session 2 ran git status as its fourth tool call, saw ?? migrations/versions/0002_comments.py, and carried on. Nothing told it to.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git stash nobody mentioned: only someone who runs git stash list finds it. Or a meeting summary versus the actual pull request.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"What would you write down for the next session?" Expected: what I did, what is left, what to watch for, how to check the app still works. The four ideas answer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 the 12-turn stop realistic?" Answer: it is a session turn budget, so the stop lands at a known point in both arms; real sessions end by limits, timeouts, crashes.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not just tell the agent to run git status?" Answer: that is part of the answer: the getting-up-to-speed routine, idea 4.</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bigger summary is a better summary". Correction: the next session needs facts it can check against the repository, not a longer story.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Next: idea 1, the planned stop.</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1" name="Google Shape;82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(1:20-1:24:30)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source term, Source 3: Harness design for long-running application development (https://www.anthropic.com/engineering/harness-design-long-running-apps): "context resets—clearing the context window entirely and starting a fresh agent, combined with a structured handoff that carries the previous agent's state and the next steps".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Two routines wrap each session, both from Source 2: Effective harnesses for long-running agents (https://www.anthropic.com/engineering/effective-harnesses-for-long-running-agents): "Getting up to speed" at the start, and "End the session by writing a git commit and progress update."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Near the end of each session both arms get the same message, "This session is ending soon." In the captured run, turns 1.10 and 1.11 updated and committed the state files, and turn 1.12 called finish(claim="not_done").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 runner bug we found by reading runs: earlier, any finish ended the build phase, so session 2 never ran. Now finish(claim="not_done") before the last session ends only that session, in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code at the stop, platform/src/shipharness/harness/state/lifecycle.py lines 100-111, the body of session_stop: compute the facts, merge them into the handoff, append a progress line, commit.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Key line: summary, tests = machine_summary(ctx, result, files_changed, timeout_s). It reads the last commits, files changed, the visible test result, open TODO markers, the migration heads, and the docs the agent opened; it runs the visible suite once per stop on harness time, not the agent's turns.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commit_paths names its paths, so anything half-staged stays out; its message, "harness: session N handoff for ..." is the first line session 2 sees in git log. If the agent deleted progress.md, the code falls back to the template and the log line still lands.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shift pattern with a fixed handover time, or a CI job that writes a build summary on every run instead of asking the developer to fill in a form.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does the harness write at the stop instead of trusting the wrap-up turns?" Expected: the agent can run out of turns before writing anything.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"Who decides when the session ends?" Answer: the runner, by the session turn budget (12 then 38 here), or the agent by calling finish.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reset throws work away" or "the harness summarises the conversation". Correction: it clears the context, not the repository, and it never reads the transcript, only the repository.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the file that crosses the stop.</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0" name="Google Shape;83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(1:24:30-1:29)</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harness owns "Machine summary" and rewrites it at every stop. The agent owns "Notes from the agent". handoff.merge replaces only the harness part and keeps the agent's notes as written.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Example fact line: the migration heads line ends house rule R7 needs exactly one when it finds two heads (R7 is the code's name for House rule 7: Migrations), so session 2 sees the problem before writing another migration.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Real agent notes from the captured run: "API/web must not import app.db; all customer queries must filter org." A fresh session cannot see that in the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Session 2 is told: resume_text adds "Start with the Getting up to speed steps before you change code" plus the machine summary, after the neutral resume sentence both arms get.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an incident handover in two parts: the dashboard snapshot (facts, generated) and the engineer's note (judgement, written).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top band: it exists even when the bottom band is empty.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facts would you never trust the agent to write?" Expected: what was committed, which files changed, whether tests pass, how many heads.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"What if the agent writes wrong notes?" Answer: they stay as written; the summary above is regenerated from git at every stop, so session 2 can check one against the other.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"What if the agent deletes the file?" Answer: the harness rebuilds it from its template at the next stop.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handoff written by the agent is enough". Correction: it is empty exactly when the agent ran out of turns.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the plan and the ledger for the whole task.</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9" name="Google Shape;83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(1:29-1:33:30)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key-idea quote is from Source 10: Using PLANS.md for multi-hour problem solving (https://cookbook.openai.com/articles/codex_exec_plans), which asks for four living sections: Progress, Surprises &amp; Discoveries, Decision Log, Outcomes &amp; Retrospective.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Harness engineering (https://openai.com/index/harness-engineering/) keeps "execution plans with progress and decision logs that are checked into the repository".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progress.md is the course's name for the claude-progress.txt of Source 2: Effective harnesses for long-running agents (https://www.anthropic.com/engineering/effective-harnesses-for-long-running-agents): what each session did and what is next. The agent edits every section except "Session log", where the harness appends one entry per stop.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Example decision for the Decision Log: "comments use keyset paging, ascending id, like projects", so session 2 does not reopen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harness's own plan for comments says a new session must be able to restart from the plan, progress.md, and the git log alone.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design doc plus a changelog: the doc says what and why, the changelog what happened when.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"Could someone restart your current task from only your notes?" Expected: usually no; decisions live in chat or in someone's head.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Markdown here and JSON for the feature list later?" Answer: these are notes the agent writes freely; the feature list in Section 3: Scope and sandbox is graded state the agent must not edit.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plan is written once at the start". Correction: it is a living document; progress lines get a UTC timestamp, and the harness moves the plan to completed/ when the feature passes.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the routine that reads these files first.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8" name="Google Shape;84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4.5 min (1:33:30-1:38)</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routine is a heading in Source 2: Effective harnesses for long-running agents (https://www.anthropic.com/engineering/effective-harnesses-for-long-running-agents), "Getting up to speed": read the git log and progress file, then run init.sh and a basic test before touching code, because new work on a broken app "would likely make the problem worse."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Session 2's first calls in the captured run: pwd; git log --oneline -20, then cat progress.md and cat session-handoff.md, then the plan section-2-state-lifecycle/demo/harness/docs/exec-plans/active/F2.md (F2 is the code for Feature 2: Comments on issues), then bash init.sh.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TeamTrack's init.sh runs alembic heads, alembic upgrade head on a scratch SQLite database, then pytest tests/visible/test_issues.py -x, and leaves no files to commit.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 the captured run session 2's git log began with the harness's session 1 handoff commit, and session 2 wrote exactly one migration, 0002_comments.py, from the current head.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the first ten minutes of an on-call shift: read the handover, check the dashboards are green, then start.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alembic heads line: one command would have stopped the opening story.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"What is the cheapest check that would have prevented the two-head story?" Expected: list the heads before writing a migration.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"Who writes init.sh?" Answer: an initializer step before session 1. The source uses a model session; the course uses plain code, because one ticket fixes the files, so it costs no model call.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"init.sh is for humans setting up a laptop". Correction: here it is the agent's smoke test at the start of every session.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4.5 minutes. Next: four files on one card.</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7" name="Google Shape;85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2 min (1:38-1:40)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Four files, each with one job, plus the git history that ties them together.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initializer step writes all four and commits them before session 1, as "harness: initializer step for ..." in the git log.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"Who writes it": ownership is the design decision, more than the file names.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README, CHANGELOG, design doc, and handover note in a well-run repository: each answers one question for whoever arrives next.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of these does your repository already have under another name?" Expected: a README with setup steps, sometimes a TODO file, rarely a handoff.</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 I need all four?" Answer: no; measure. The results slide shows no measurable difference on this ticket with this model.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"more state files mean more reliable agents". Correction: they cost turns; harness arms hit the agent time limit more often (post hoc, next slides).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Instructor cue: make show-2 should have printed its Cost: line; read the session figure aloud.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2 minutes. Next: the live run.</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10 min (1:40-1:50)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Files for this demo: section-2-state-lifecycle/demo/run.sh, section-2-state-lifecycle/demo/walkthrough.md, section-2-state-lifecycle/demo/harness/ (the state files the arm starts with), section-2-state-lifecycle/demo/expected/ (the captured run, the fallback), docs/evidence/s2.md, console http://127.0.0.1:8765.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Switch to browser tab 2, the run of make show-2 SESSION_BUDGET=12,38 launched at about 1:11; it should have finished by about 1:18. Walk screens 1, 3, 2, 5, 4.</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(1), Live. Scroll to the pill "Session 1 stopped" and say: "Turn budget spent: 12 turns." Point at "session 1 handoff written", then "Session 2 resumed · prefix: core, instructions, state". Say: "Session 2 starts with an empty context; only the files carry over."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turn 2.1: point at pwd; git log --oneline -20; cat progress.md. Say: "It reads state first, before any code." Then session 2 writes the model, service, route, seed, and one migration 0002_comments.py; then "primary verdict ready".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 today's verdict. Pass: "Session 2 picked up the work. No continuity failure." Fail: "The handoff did not carry the work. Screen 3 shows how."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Run captured on 2026-10-17 (300 s agent limit): 0:00 initializer writes four files and commits; 1:23 session 1 stops at 12 turns, handoff committed, session 2 resumes; 6:36 run ends at the time limit after 43 turns (ABORTED: timeout, exit 2, still judged); 6:46 primary verdict PASS; 9:52 full verdict, hidden 56 of 56, mutants 0 of 4; command finished at 10 min 7 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Say: "Session 1 spent its 12 turns reading and wrapping up; session 2 built in its 31 turns. So a PASS on continuity tells us little here: there was little to redo." Mutants 0 of 4: the agent shipped no tests that catch the referee's mutants, Section 4: Verification's subject.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(3), Evidence. Point at the Sessions table (capture: "Session 1 · 12 turns · claim_not_done", "Session 2 · 31 turns"), then continuity: 0 new and r7_migrations: 0 new (r7_migrations is the House rule 7: Migrations check).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also diff_scope: 1 new: an edit to app/api/issues.py, outside the Feature 2: Comments on issues ticket's allowed paths. Say: "Nothing stopped it: the scope layer starts in Section 3: Scope and sandbox."</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2 (2), Boards: Acme user, own-org cards only; the comments panel is on the issue page, and hidden tests judge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5 (5), Traces: the first wrong turn, named by the scope check (turn 2.16 in the capture); open session 2's first calls to show what it read. Screen 4 (4), A/B Report: the dots from before class. Say: "Today's run is not a dot in the comparison."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Code to mention: the stop runs session_stop in lifecycle.py (idea 1); walkthrough.md walks it line by line.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screen differs: no "Session 1 stopped" means the agent called finish(claim="done") in session 1 or hit a cap; say this arm never faced the stop. Other turn numbers or times: read what is there.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run broke for a reason outside the experiment (Docker, network, account): make replay RUN=&lt;id&gt; with the fallback id recorded the day before, or walk section-2-state-lifecycle/demo/expected/ (show-2-screen-1-t01m.png to show-2-screen-5-final.png, plus session-1-notes.txt and session-2-first-call.txt), saying "recorded before class". Docker down: sudo systemctl start docker, make warm.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10 minutes. Next: what we measured.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(1:56-2:00)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Collect questions from chat; park long ones for the review session (Assignment 2: State and sessions slot, 25 minutes).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"Why 12 turns for session 1?": a pre-registered lever, the same for both arms, so the stop lands mid-feature.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"Why did session 2 edit app/api/issues.py?": the state layer has no scope guard; Section 3: Scope and sandbox adds one. The referee's diff_scope row counted the edit anyway.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"Does PASS mean the feature works?": no; read the hidden-test count next to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"Why still use a stop if newer models need no resets?": to make the problem visible at a known point, the same for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learners to section-2-state-lifecycle/demo/README.md and section-2-state-lifecycle/session-notes.md.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"What is one line you would add to your own handoff file?" Expected: the current test status, or the migration head.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section ends at 2:00. Next: Section 3, a live A/B.</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h48503ef4c999dcc5_1_1427: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h48503ef4c999dcc5_1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2" name="Google Shape;902;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(2:02-2:06)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Illustrative scenario from the concepts page: Sam asks a coding agent for version checks on TeamTrack issues: an ETag, If-Match, a 412 on stale saves. The ticket lists the files; nothing checks the list.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 month later another team changes the shared error mapping, version checks answer the wrong status, nobody links it to this ticket, and every agent diff now needs a full review.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Real, before class: in the confirmation run of Section 3: Scope and sandbox every bare arm on Feature 4 changed app/services/errors.py, which is not in the build phase's allowed paths. In one run it added a PreconditionFailed error class with status 412 there.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agent is following a pattern: the handbook points to the shared errors module for every new error. Source 1: Harness engineering (https://openai.com/index/harness-engineering/): "Codex replicates patterns that already exist in the repository—even uneven or suboptimal ones."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pull request that touches a shared library in a monorepo without the library's code owners reviewing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card 3: that is where a small edit reaches other features.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"Was adding the error class wrong?" Expected: not by itself; it was outside what the ticket allowed, so the shared module's owners never reviewed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"Did the stray edit break anything in your runs?" Answer: no; existing tests kept passing (190 of 190) in every arm. The count measures scope, not correctness.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small diff is a safe diff". Correction: size says nothing about where the lines landed.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Next: both arms read the same list; why is that not enough?</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1" name="Google Shape;921;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 min (2:06-2:09)</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Allowed paths are the globs a ticket lists per phase: the files the agent may change then. A phase is one stage of a run: build writes the feature, test adds tests only.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Feature 4: Version checks on issue edits' build list: the issue and audit API, services and repositories, app/web/, and tests/visible/. app/services/errors.py is not on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first: "Is a list in the prompt enough?" Expected: split; some trust the model to follow instructions. The bare arm sees the list in the same ticket text; the only difference is whether code checks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2: Effective harnesses for long-running agents (https://www.anthropic.com/engineering/effective-harnesses-for-long-running-agents): its harness told the agent "It is unacceptable to remove or edit tests" and kept the feature list in JSON because "the model is less likely to inappropriately change or overwrite JSON files compared to Markdown files." "Less likely" is the point.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 our runs, the same ticket text did not stop the bare arm in any of 3 runs.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Harness engineering (https://openai.com/index/harness-engineering/) names the alternative: "enforce boundaries centrally, allow autonomy locally."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"please don't push to main" in the wiki versus a protected branch; a "staff only" sign versus a locked door.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"Where would you enforce it: the prompt, review, or the tool call?" Expected: the tool call, before the write lands.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not just review harder?" Answer: review comes after the cost; a refused patch never lands, and the agent learns the boundary at once.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"strong wording in the prompt works like a rule". Correction: wording makes a bad edit rarer, never impossible.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 minutes. Next: four boundaries, one per slide.</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2" name="Google Shape;93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4.25 min (2:09-2:13:15)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feature list is the scope. In Source 2: Effective harnesses for long-running agents (https://www.anthropic.com/engineering/effective-harnesses-for-long-running-agents) the coding agent "was then asked to work on only one feature at a time"; the scope block in context names that one feature.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 that source the agent edits the list "only by changing the status of a passes field". This course goes further: the agent may not edit it at all. It calls finish, and the harness sets passes after its own test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entry, from section-3-scope-sandbox/demo/harness/feature_list.json: "id": "F4" (the code for Feature 4: Version checks on issue edits), the description "Optimistic concurrency (ETag, If-Match) and issue history", "passes": false, "evidence": null, "testedAt": null. Key line: passes, set only by the harness.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Why: Source 3: Harness design for long-running application development (https://www.anthropic.com/engineering/harness-design-long-running-apps): "Separating the agent doing the work from the agent judging it proves to be a strong lever to address this issue." evidence and testedAt are the course's additions.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 the captured run, at 4:30 on the console clock the harness arm got "passes: visible-tests at ...": the harness set it, not the agent.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Off limits in every phase; JSON is "less likely" to be overwritten, and the guard makes it never.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CI status on a pull request: the author cannot click "checks passed".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"What goes wrong if the agent can set passes?" Expected: it marks its own work done, the false "done" of Section 4: Verification.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one feature, not the backlog?" Answer: the boundary is per feature; with one feature the allowed paths are one list.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feature list is the agent's to-do list". Correction: it is graded state owned by the harness; the agent reads it and cannot write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4.25 minutes. Next: one list of files per phase.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1" name="Google Shape;941;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4.25 min (2:13:15-2:17:30)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 patch lists its paths, so it is checked before anything is written; one refused path refuses the whole patch. A shell command can write anything, so the layer takes a byte snapshot before it runs and restores any file outside the list after.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Build phase: feature files and tests. Test phase: tests/visible/ only, so the agent cannot make a failing test pass by changing the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Real refusal the harness arm read: "app/services/errors.py: outside the allowed paths for the build phase (...); patch not applied". After it, every harness arm defined its 412 error in app/services/issues.py, a file on the list.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code, platform/src/shipharness/harness/scope/guard.py lines 68-78, reason(path): harness-only files first (feature_list.json and its schema), so no allow list opens them; then the state files, which belong to the agent in every phase; then the phase's globs (* stays in one folder,  spans folders).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Key line: return f"{rel} is outside the allowed paths for the {self.phase} phase ({listed})". The refusal names the phase and the full list, so the next attempt lands inside in one turn.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Callers: before_tool in scope/layer.py (lines 156-167) checks every patch target, both header lines, renames and copies; after_tool (lines 177-183) compares byte snapshots and restores stray files, no git involved.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referee (ab/referee.py, lines 589-592) recomputes from the shipped diff, the same way for both arms: paths matching neither the build nor the test list, the diff_scope row.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branch protection plus required code-owner review, per tool call instead of per merge; a policy engine that returns a readable deny reason instead of a bare 403.</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check commands after they run?" Expected: the command text does not say which files it writes; sed -i or a code generator shows only in the result.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"Did any run need a revert?" Answer: none of this demo's test runs; the agents changed files with apply_patch.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"this micromanages the agent" or "the referee trusts the guard's log". Correction: the agent still chooses how and where inside the list; and the referee recomputes from the diff, including the bare arm, which has no guard.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4.25 minutes. Next: the machine boundary.</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0" name="Google Shape;950;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4.25 min (2:17:30-2:21:45)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model call and the keys live on the host; only tool commands run in the container. A bad command cannot reach the keys or the network.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With --network none, Source 11: None network driver (https://docs.docker.com/engine/network/drivers/none/) says "only the loopback device is created" (loopback: the container's own internal address). No installs, downloads, or calls 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Inside: read-only root filesystem; /work and /tmp writable.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4: Building a C compiler with a team of parallel Claudes (https://www.anthropic.com/engineering/building-c-compiler): each agent had a container, and "Claude did not have internet access at any point during its development." The author advises "(Run this in a container, not your actual machine)", after seeing Claude "pkill -9 bash on accident, thus killing itself and ending the loop."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CI runner: the job runs in a throwaway container; deploy credentials are injected elsewhere, not left in the workspace.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keys outside the container.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can the sandbox never show up as a win in our A/B?" Expected: both arms get the identical container, so it is never what differs.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"Did the sandbox refuse anything before class?" Answer: no sandbox_denied event in any test run; it is there for the run that goes wrong.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container is a sandbox by default". Correction: only with the flags: no network, read-only root, non-root user, dropped capabilities, limits.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4.25 minutes. Next: the principle behind those flags.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9" name="Google Shape;95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4.25 min (2:21:45-2:26)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lead quote is Source 1: Harness engineering (https://openai.com/index/harness-engineering/). Give the agent the smallest set of files, permissions, and resources the task needs, enforced centrally; the agent keeps its freedom inside.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class sandbox policy: --user 1000:1000, --cap-drop ALL (Linux capabilities are root's powers split into pieces; this drops every one), --memory 1024m with no swap, --pids-limit 256, 2 CPUs, an agent time limit of 420 s for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two refusals differ: blocked comes from the scope layer on the host, harness arm only, asking "is this file in scope now?"; sandbox_denied comes from the container policy, both arms, asking "can this machine do this at all?".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IAM roles: a service account gets read on one bucket, not admin on the project.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inner ring: the scope boundary is the only part that differs between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ring would have stopped the errors.py edit?" Expected: the allowed-paths ring; the container allows writes anywhere in /work.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"What if the list is wrong and the feature truly needs another file?" Answer: the agent works around it and the result can be worse; fix the list, not the guard.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"least privilege is free". Correction: harness arms ran longer overall (median 302 s against 190 s, post hoc, all layers together); the block itself cost one refused patch before the error class moved to an allowed file.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4.25 minutes. Next: four boundaries on one card.</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8" name="Google Shape;968;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2 min (2:26-2:28)</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Rows 1 and 2 are the scope layer, the A/B variable. Rows 3 and 4 are the container, identical for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harness arm also sees a scope block in its context: "Files you may change in each phase", the build and test lists, and "A patch that touches any other file is rejected before it is applied."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block tells; the check makes it true. The bare arm read the same list in its ticket.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the four checks a platform team runs before giving a contractor access: which repo, which paths, which machine, which permissions.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row do you already have at work?" Expected: containers often; enforced per-task file lists rarely.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sandbox and the scope layer do the same job". Correction: different questions, different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Instructor cue: if make demo-3 has printed its Cost: line, read the session figure aloud; it decides one or two final features later (the $1.10 rule).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"Which row is cheapest to start with?" Answer: counting, not blocking: write the globs and count files outside them after each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2 minutes. Next: the live A/B.</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5" name="Google Shape;97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10 min (2:28-2:38)</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Files for this demo: section-3-scope-sandbox/demo/run.sh, section-3-scope-sandbox/demo/walkthrough.md, section-3-scope-sandbox/demo/harness/ (the feature list and scope files), section-3-scope-sandbox/demo/expected/ (the captured A/B, the fallback), docs/evidence/s3.md, console http://127.0.0.1:8765.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Switch to browser tab 2, the A/B from make demo-3 FEATURE=version-checks, launched at about 2:01. Bare arm left, harness arm right; F shows one arm full width. Walk screens 3, 1, 2, 5, 4: screen 3 first, because the scope answer is there.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(3), Evidence, column "Scope and sandbox". Point at the bare diff map, changed app/services/errors.py, then the harness diff map, blocked app/services/errors.py. Say: "Same file, same pull; only one arm was refused."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right column: diff_scope: 1 new (bare) against diff_scope: 0 new (harness). Pass: "No file outside the ticket's paths." Fail: "This arm changed a file it was not asked to touch."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sandbox: "Sandbox denials: none" in both. If one is listed, show its reason code and command; if not, show the policy printout and say: "The sandbox is the same for both arms. It is taught here, but it is never the variable."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(1), Live. Point at the harness decision block for app/services/errors.py, with the reason the agent read. Both pills likely say FAIL: that is Feature 4: Version checks on issue edits' own bar (every hidden test and every referee mutant), which every arm failed before class. Say: "The scope result is on screen 3, not in this pill."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Captured run 3 of the confirmation, 2026-10-17 (ran alone, 420 s limit; console clock starts 18 s after launch): 0:23 bare patches app/services/errors.py; 1:16 harness patch to the same file blocked; 3:42 bare arm ends after 43 turns; 4:30 harness sets passes from visible tests; 5:15 bare primary verdict; 7:22 harness arm ends ABORTED: timeout after 39 turns; 8:06 bare full verdict; 8:50 and 11:18 harness verdicts; command finished 11 min 41 s, exit 2.</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Say: "Both arms felt the same pull within 76 seconds; only the harness arm was stopped. Right after the block it put its 412 error in app/services/issues.py."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Every harness arm ended on the harness's own 120 s limit for its work (handoffs and the visible-test run that sets passes), not on the 420 s agent limit. Each still shipped a change and was scored. Raising that limit was not pre-registered, so it was not changed for the confirmation; since 2026-10-18 the class profile gives harness work 900 s, and every arm of the three demo-3 runs measured that day completed. Runs 1 and 2 ran together and took 16 min 34 s and 15 min 22 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2 (2), Boards: both boards own-org only; the referee's two-tab capture where tab B's stale save gets a 409 page.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5 (5), Traces: "First wrong turn": in the capture, bare turn 1.14 edited app/services/errors.py; harness turn 1.12 was the blocked patch. Screen 4 (4), A/B Report: hollow dots for both arms on Feature 4's own measure. Say: "The scope count is on screen 3, not here."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Code to mention: the refusal text comes from reason() in guard.py (idea 2); walkthrough.md has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today's bare arm stays in scope, say: "This is one dot; before class the bare arm left the allowed paths in most runs." The counts (docs/evidence/s3.md): in the three confirmation runs of 2026-10-17 the bare arm left them 3 times out of 3; in the three demo runs of 2026-10-18, 2 times out of 3 (the third bare arm stopped early). If the harness arm is still running, show the bare arm's screen 3 now and return.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A/B broke for a reason outside the experiment: make replay RUN=&lt;id&gt; with the fallback id recorded the day before, or walk section-3-scope-sandbox/demo/expected/ (screens 1, 3, 2, 5, 4, then screen-3-run-1.png and screen-3-run-2.png for the other two runs), saying "recorded before class". Docker down: sudo systemctl start docker, make warm.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10 minutes. Next: the honest numbers.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2" name="Google Shape;982;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6 min (2:44-2:50)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Collect questions; park long ones for the review session (Assignment 3: Scope and sandbox slot, with the hidden-diff reveal).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"If the harness scores zero by construction, why run an A/B?": for the bare arm's count; on Feature 4: Version checks on issue edits it left the list every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"Why did both pills say FAIL?": they score Feature 4's own bar, every hidden test and every mutant; the scope result is on screen 3.</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"What if the agent edits with sed?": the snapshot comparison after the command restores the file and the tool result ends with REVERTED.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Ready answer, "Did the sandbox refuse anything?": no command in any test run; it is the same for both arms, so no run measures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learners to section-3-scope-sandbox/demo/README.md and section-3-scope-sandbox/session-notes.md.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"Who in your team owns the shared modules an agent might touch?" Expected: often nobody explicitly, which is the point.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6 minutes, section ends at 2:50; take an extra question or two. Next: a 5-minute break.</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h48503ef4c999dcc5_1_16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9" name="Google Shape;989;h48503ef4c999dcc5_1_1629: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6" name="Google Shape;996;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5 min (2:50-2:55)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Write the return time (2:55) on the slide before you step away.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Nothing runs during the break; do not launch any command.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Check that terminal A (console) and terminal B are up, and open terminal C for the final A/B.</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Note the session figure from the Cost: line of Section 3: Scope and sandbox: $1.10 or less allows two final features after the poll at the start of Section 4: Verification.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Transition: "Welcome back. We know what the agent knows, remembers, and may change. Now: what proves it is done."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48503ef4c999dcc5_1_1452:notes"/>
          <p:cNvSpPr/>
          <p:nvPr>
            <p:ph idx="2" type="sldImg"/>
          </p:nvPr>
        </p:nvSpPr>
        <p:spPr>
          <a:xfrm>
            <a:off x="857419" y="685800"/>
            <a:ext cx="34293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h48503ef4c999dcc5_1_1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7" name="Google Shape;1027;p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4 min (2:59-3:03)</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ticket: GET /issues/{id} returns an ETag holding the issue's version; a write with a stale If-Match returns 412 precondition_failed and changes nothing; every successful change moves the version up by 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Why every check approved it: If-Match is optional, so old tests pass; no existing test sends a stale header; review saw green CI and a confident summary.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scenario is illustrative (the repo labels it so). The real version from before class is on the next slide.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header is optional on purpose, so existing clients keep working, and that is why the old suite stays green whether the check works or not.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Check order in the spec: 401, 403, 404, then 412, then 422. A stale If-Match with an invalid body must give 412, not 422. It comes back in the demo.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Say the race: tabs A and B both read version 3; A saves, the version becomes 4; B saves with the stale If-Match and must get 412. Ask where the lost update happens. Expected: at B's save, when the server does not compare versions.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review that approves "tests pass" when the tests never exercise the changed branch.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test would have caught this?" Expected: two writers, the second with the old version, expecting 412 and no change.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"Isn't this just a bad test suite?" Answer: yes, and the agent wrote the suite it then graded. That is the cause we fix.</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agent lied". Correction: nobody lied; it checked what it could see, and what it could see was not the feature.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4 minutes. Next: what really happened before class.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7" name="Google Shape;1047;p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 min (3:03-3:06)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Real: in the class-profile round the bare arm ended its build with the claim "Verified the complete visible suite (191 passing)" and called finish(claim="done"); in the bare arm that call ends the phase.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first: "Are the version checks done? Hands up for yes." Expected: "probably" or "we can't tell"; the second is the right instinct.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failing hidden test: test_invalid_body_with_a_stale_version_is_412, a stale If-Match plus an invalid body, 412 expected. Both arms of that A/B failed it. Each piece worked alone; validation ran before the version check.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12: SpecBench: Measuring Reward Hacking in Long-Horizon Coding Agents (https://arxiv.org/abs/2605.21384) names this shape (reward hacking: passing the checks without doing the task): "compositional failures account for a much larger fraction of reward hacking behavior" than deliberate exploits.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Reason 2, Source 3: Harness design for long-running application development (https://www.anthropic.com/engineering/harness-design-long-running-apps): "agents reliably skew positive when grading their own 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4: Building a C compiler with a team of parallel Claudes (https://www.anthropic.com/engineering/building-c-compiler): "it is easy to see tests pass and assume the job is done, when this is rarely the case."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This was the one done claim in the whole pilot with a failing hidden test. It came in the class-settings round, after the 34-run post hoc count, which had none (0 of 19 bare claims, 0 of 10 harness).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developer approving their own pull request; or a smoke test that only hits /health.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"Who should decide done?" Expected: something the agent does not control: a gate, CI, a second reviewer, tests it never saw. The four ideas map to those answers.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"Would a second LLM fix this?" Answer: partly; Source 3 (https://www.anthropic.com/engineering/harness-design-long-running-apps) says separating doer and judge is "a strong lever", but "the evaluator is still an LLM that is inclined to be generous towards LLM-generated outputs."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agent gamed the tests". Correction: no sign of deliberate gaming; it is an untested combination.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 minutes. Next: idea 1, why self-grading fails.</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8" name="Google Shape;1058;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3.5 min (3:06-3:09:30)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 the bare arm the agent is author, tester, and judge; the visible suite is the only evidence, and the agent chose what went into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3: Harness design for long-running application development (https://www.anthropic.com/engineering/harness-design-long-running-apps): "agents reliably skew positive when grading their own work."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12: SpecBench: Measuring Reward Hacking in Long-Horizon Coding Agents (https://arxiv.org/abs/2605.21384): "while every frontier agent saturates the visible suite, reward hacking persists, with smaller models exhibiting larger gaps on holdout suites." The failures it finds are mostly features that fail only combined.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Example: the Feature 4: Version checks on issue edits visible suite passed 191 tests in the bare arm's run; the held-out suite of 69 caught the one combination it missed.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grading your own exam with your own answer key.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arrow from the build phase straight to finish(claim="done"): nothing stands between the claim and the end; each of the next three ideas adds a check after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"Who writes most of the new tests in your repo now?" Expected: more and more the agent, so the agent writes its own exam.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"Why not show the agent more tests?" Answer: then they are visible tests too and become a target; held-out checks measure only while they stay held 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 smarter model fixes self-grading". Correction: Source 12 (https://arxiv.org/abs/2605.21384)'s gap showed up in every frontier agent it tested; the fix is structural.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3.5 minutes. Next: which generated tests do we keep?</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7" name="Google Shape;1067;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3.5 min (3:09:30-3:13)</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 generated test can fail on correct code, pass by luck, or pass without checking anything; each filter removes one of those.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five: Filter 1: Builds and collects; Filter 2: Passes five runs; Filter 3: Adds coverage or catches a mutant; Filter 4: Real assertions (no mock of the code under test); Filter 5: No source changes.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13: Automated Unit Test Improvement using Large Language Models at Meta (TestGen-LLM) (https://arxiv.org/abs/2402.09171) keeps a test only after "a series of progressively demanding semantic filters". Filter 2 quotes it: "a test that does not pass on every one of five executions is deemed flaky."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Filters 1 to 3 come from TestGen-LLM (https://arxiv.org/abs/2402.09171), Filter 3's mutant branch from Source 14: Mutation-Guided LLM-based Test Generation at Meta (ACH) (https://arxiv.org/abs/2501.12862). Filters 4 and 5 are the course's own, with no source sentence: they stop a test that asserts nothing or mocks the code it claims to test, and a test phase that edits code until its test passes.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Captured demo run: 4 proposed tests, 1 kept. One was discarded at Filter 2 with "failed on run 1 of 5: assert 422 == 412".</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CI gates on a pull request: lint, flaky-test quarantine, coverage diff, applied to tests the agent wrote.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run the cheapest filter first?" Expected: most tests fail early, so you skip five runs and coverage on tests that do not even collect.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"Does Filter 3 just reward coverage?" Answer: no; a test with no new coverage is still kept if it catches a mutant no existing test catches.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"filtered tests prove the code is correct". Correction: filters treat the current code as correct; a failing test is discarded even when the test is right. Remember the 422.</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3.5 minutes. Next: would the kept tests catch anything?</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6" name="Google Shape;1076;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3.5 min (3:13-3:16:30)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Coverage says a line ran; a mutant asks whether a test would notice that line going wrong.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14: Mutation-Guided LLM-based Test Generation at Meta (https://arxiv.org/abs/2501.12862): about half of tests that catch a new mutant add no line coverage; the paper's figure is 49%. That is why Filter 3: Adds coverage or catches a mutant has a mutant branch.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Example for Feature 4: Version checks on issue edits: a mutant that stops a write from moving the version brings lost updates back; a test catches it only if it checks that the ETag moves, or that a stale save gets 412.</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Course design: hand-written mutants, not a mutation tool, so they target chosen lines. A filter set feeds Filter 3; a separate referee set scores the run; they share no mutation, and neither is in the agent's workspace.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Hidden tests: 69 for Feature 4, never shown to the agent. Source 12: SpecBench: Measuring Reward Hacking in Long-Horizon Coding Agents (https://arxiv.org/abs/2605.21384) uses held-out tests "never shown to the agent" and "used solely for evaluation"; the course does the same.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fire drill: you test the alarm with a small, controlled fire, not by reading its manual.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does a test that fails everywhere not count as catching a mutant?" Expected: it proves nothing; the referee counts a catch only with shipped tests that pass on the unmutated build.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"Can I do this without a tool?" Answer: yes; plant one fault on your riskiest line by hand, run the suite, and if nothing fails you found a test to write.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"mutation testing finds existing bugs". Correction: Source 14 (https://arxiv.org/abs/2501.12862): it "cannot detect existing faults residing in the code base"; it protects against regressions.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3.5 minutes. Next: who decides the claim.</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5" name="Google Shape;1085;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3.5 min (3:16:30-3:20)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gate runs visible and existing tests, all seven house rules, a board check, and clean state (committed, lint, one migration head). If any item fails, finish returns "Not accepted." plus up to three failure lines and "Fix these, commit your work, and call finish again." The phase goes 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Only a passed gate lets the scope layer set passes in feature_list.json; the agent cannot mark its own feature done.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Sources: Source 3: Harness design for long-running application development (https://www.anthropic.com/engineering/harness-design-long-running-apps): "Separating the agent doing the work from the agent judging it proves to be a strong lever"; Source 4: Building a C compiler with a team of parallel Claudes (https://www.anthropic.com/engineering/building-c-compiler): "it’s important that the task verifier is nearly perfect, otherwise Claude will solve the wrong problem"; clean state from Source 2: Effective harnesses for long-running agents (https://www.anthropic.com/engineering/effective-harnesses-for-long-running-agents), code "appropriate for merging to a main branch". Combining them into one gate is course design.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code, platform/src/shipharness/harness/verify/gate.py lines 176-181. Key line: passed = not any(i.status == "fail" for i in items): one fail fails the gate, no weighting; an item marked "skipped" does not fail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_feedback (lines 191-200) writes one summary line, the first three failure lines, and the next step; Source 4 (https://www.anthropic.com/engineering/building-c-compiler) says a harness "should not print thousands of useless bytes". The runner turns a failed gate into the "Not accepted." result (runner/loop.py, lines 291-300).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Earlier in run_gate (lines 155-162) pending pills go out first, then the workspace is copied to /tmp so checks cannot change the agent's files. GATE_CHECKS (lines 33-43) lists the seven house rules, regression, board: no hidden tests, no referee mutants, so those stay held 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separate referee: a different program, its own container, after the agent stops; a blinded model reviewer reads both final diffs as a secondary measure.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CI as a required status check plus separate QA sign-off; a pre-merge hook that tells you exactly which three things to fix.</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not put the hidden tests in the gate?" Expected: once the agent gets feedback from a check, it becomes a target and stops measuring held-out behaviour.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"Gate and referee both run the house rule checks; fair?" Answer: a disclosed overlap; the harness arm should do better on house rules by construction, so the primary measure uses hidden tests and mutants only.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gate makes the agent correct". Correction: it makes the claim checked; a gate on wrong checks makes the agent solve the wrong problem faster. Flaky gate checks burn turns, so fix them first.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3.5 minutes. Next: all four on one sheet.</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4" name="Google Shape;1094;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2 min (3:20-3:22)</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Four checks, each owned by someone other than the agent. Gate and filters give feedback; hidden tests and mutants never do.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Feedback checks shape behaviour; held-out checks measure it. You need both, and you must not mix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Map to your stack: gate = a pre-merge hook the agent triggers; filters = rules for accepting generated tests; hidden tests = a contract suite in a separate repo; mutants = a few planted faults on your riskiest lines.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kitchen: the cook tastes while cooking (gate, filters); the inspector arrives with their own checklist (hidden tests, mutants).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"When": one at the claim, one after the test phase, two after the agent stops.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of these four could your agent see or edit today?" Expected: the CI config, often; a held-out suite usually does not exist.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"Which is cheapest to add?" Answer: the gate, because it reuses checks you already run; hand-written mutants cost minutes per risky line.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"held-out checks are only for research". Correction: a contract suite the agent's repo cannot see is one; many teams already have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Instructor cue: check terminal B for the show-4 Cost: line and terminal C for the final's first feature.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2 minutes. Next: the finished run.</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1" name="Google Shape;1101;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9 min (3:22-3:31)</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Files for this demo: section-4-verification/demo/run.sh, section-4-verification/demo/walkthrough.md, section-4-verification/demo/harness/ (the gate and filter settings), section-4-verification/demo/expected/ (the captured run, the fallback), docs/evidence/s4.md, console http://127.0.0.1:8765.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Switch to browser tab 2, the run of make show-4 launched at 2:57 (tab 3 holds the final). It should have finished by about 3:06. Walk screens 1, 3, 2, 5, 4.</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(1), Live, top to bottom: harness notes from all four layers, then the blocked write (turn 1.15 in the capture). Say: "Section 3: Scope and sandbox's layer, still on duty."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the claim: "Agent said done". Say: "That is the claim." Then the 11 gate pills of the build phase (visible tests, existing tests, the seven house rules, board, clean state), all green. Say: "The gate passed every item it can see."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1, the referee line, capture: "primary verdict ready: FAIL, hidden tests passed 68, mutants killed 0". Pass today: "Every hidden test and every mutant. The work is done." Fail: "The agent said done. The hidden tests and mutants say no."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Run captured on 2026-10-17 (300 s agent limit): 0:55 scope layer blocks app/services/errors.py; 2:18 finish done, gate pills pending; 3:24 gate passes every item, 190 visible tests, passes set, test phase starts; 5:51-8:34 filters, 4 proposed, 1 kept; 8:34 run ends ABORTED: timeout after 43 turns; 9:19 primary verdict FAIL; 10:55 full verdict, hidden 68 of 69, mutants 0 of 4; cost $0.026511, finished 11:06.</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moment to teach, 5:51-8:34: the kept test was test_stale_or_malformed_if_match_refuses_without_mutation. The discarded test_precondition_order_history_order_and_isolation asserted a stale If-Match with an invalid body gives 412 and got 422: the test was right, the code wrong, and Filter 2: Passes five runs discarded it because it failed.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At 9:19 the failing hidden test is the same case, test_invalid_body_with_a_stale_version_is_412. The kept test caught 0 of 4 referee mutants (3 survived, 1 ended in an error).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Say: "The gate said yes at 3:24, the referee said no at 9:19, same run. The gate did its job; its job does not include held-out checks." Ask: "Was the agent's 422 test wrong?" Expected: no; filters assume the current code is correct, so read every discard reason.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3 (3), Evidence: the Verification panel's filter table, one row per proposed test, a mark per filter, the reason per discard; read "assert 422 == 412" aloud.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2 (2), Boards: the two-tab conflict panel: tab A saves, tab B saves from a stale form and gets HTTP 409 and a "changed by someone else" page. Say: "The board stops the lost update; one hidden test still fails."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Screen 5 (5), Traces: the first wrong turn and the LangSmith links for agent and referee. Screen 4 (4), A/B Report: Feature 4: Version checks on issue edits rows, empty dots for both arms. Say: "Today's run is not a dot in the comparison."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screen differs: no gate pills means the agent never claimed done; show the filter table and referee counts instead. Every pill failing with check runner failed means the harness time limit ran out during the gate; keep the run and say so.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run broke for a reason outside the experiment: make replay RUN=&lt;id&gt; with the fallback id recorded the day before, or walk section-4-verification/demo/expected/ (the screen-1 frames in minute order, then screens 3, 2, 5, 4, and the arm line in terminal.txt), saying "recorded before class".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9 minutes. Next: what we measured.</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8" name="Google Shape;1108;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 min (3:37-3:40)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"The harness did not win. Was verification useless?" Answer: on Feature 4: Version checks on issue edits the runs barely tested it: the gate never ran in an A/B and the filters saw few tests.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"The bare arm caught more mutants. Do the filters hurt?" Answer: the bare arm shipped more tests (median 15.5 against 0); a test nobody writes cannot catch a mutant.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"Why does the gate not run the hidden tests?" Answer: they would stop being held 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"Why are Filter 4: Real assertions and Filter 5: No source changes not from a paper?" Answer: no source states them; they guard against a test that mocks the code it tests and a test phase that edits code until its test passes.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"Is the model reviewer worth it?" Answer: as a secondary measure; Source 3: Harness design for long-running application development (https://www.anthropic.com/engineering/harness-design-long-running-apps) warns it is "inclined to be generous towards LLM-generated outputs". On Feature 4 it rejected all 14 arms and agreed with the referee.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"How do I read the gate in the repo?" Answer: uv run python platform/scripts/anchors.py extract S4:gate, then S4:filters (S4 is the code for Section 4: Verification).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Keep an eye on terminal C: if the final has finished its first feature, say so; we read it next.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learners to section-4-verification/session-notes.md and the post-class readings.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 minutes; stop at 3:40 and collect the rest in chat. Next: the final A/B, running since 2:57.</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5" name="Google Shape;1115;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5 min (3:40-3:45)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Terminal C: read today's lines aloud, one feature at a time, then the session figure on the Cost: line. The first line names the feature by its code: F5 is Feature 5: Bulk close, F6 Feature 6: Watchers, F7 Feature 7: Labels.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three final tickets set primary_measure = "", so the referee marks every run passed: passed=True and "primary verdict ready: PASS" say nothing about the feature. Compare hidden tests, mutants, and claims instead.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captured Feature 5 run of 2026-10-17 (420 s limit, busy machine; final-project/README.md): both arms 46 of 46 hidden tests and both said done; mutants killed 3 of 3 (bare) against 1 of 3 (harness); the reviewer accepted bare and rejected harness. Bare completed in 42 turns.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Its harness arm said done after 20 turns, two gate commands timed out on the busy machine, and the 120 s harness limit ended the arm before a test phase (ABORTED: timeout), a known open item. Reading: bare ahead on mutants, one dot, with a cause in machine time rather than in the layers.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 earlier Feature 5 run (2026-10-17, quiet machine, 300 s agent limit) split differently: mutants 2 of 3 in each arm, hidden 46 of 46 in both. Same feature, same harness, a different split.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Exit 2 means an arm was aborted on time or cost; it is still judged.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Console, browser tab 3, press 1: both arms side by side: status and turns, harness decisions (map placed, handoff written), the gate, "Agent said", the referee line. Capture: bare primary at 4:27, full at 11:39; harness primary at 5:46, full at 11:41; the harness gate pills red on time limits, not on the code.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Press 3: files read, diff maps (any ⊘ blocked or out-of-scope file?), referee checks per rule, the filter and mutant tables. In the Feature 5 capture both arms changed only allowed files; the harness arm's two sandbox denials are the gate's timed-out commands.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Press 2: each arm's board as an Acme user. The "✓ only own-org cards, no duplicates" badge comes from trusted data attributes, not from anything the agent wrote. Feature 5 changes no board pixels; for watchers or labels look at the issue pages and for a Globex card (a tenant leak). No run before class leaked, so there is no leak screenshot.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Press 5: the first wrong turn per arm and the LangSmith links; that turn is where you start debugging, like the first failing span in a trace. For watchers or labels, also look for the session stop and the handoff on screen 1.</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"Both arms said done, but the harness arm killed fewer mutants. Did the layers make it worse?" Expected: not on this evidence; its time limit ended it before a test phase; one run cannot say more.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"the arm with passed=True won" or "the slower arm is worse". Correction: both say passed=True because there is no primary measure; time is a cost to weigh, not a quality measure.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If the final has not finished or broke: read whatever screen 1 shows, or walk final-project/expected/ (screens 1 to 5, terminal.txt), saying "recorded before class".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5 minutes. Next: today's run next to everything from before class.</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1" name="Google Shape;1131;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3 min (3:45-3:48)</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Press 4 on the console first: one dot per recorded run; today's final adds one dot per arm. Say: "One A/B is one dot. Read it next to the runs from before class, never alone."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Section 1: Instructions, no new tenant leak on Feature 1: Org-wide issue search: 7 of 7 passing per arm. Section 2: State and sessions, no continuity failure on Feature 2: Comments on issues: 7 of 7 each. Section 3: Scope and sandbox on Feature 3: Safe retries for issue creation: 7 of 7 each. No measurable difference.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Section 3 confirmation on Feature 4: Version checks on issue edits, registered before its runs: bare 0 of 3 in scope, harness 3 of 3. Every bare arm changed app/services/errors.py; the scope layer blocked it in every harness arm. Harness ahead, the one gap.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Section 4: Verification, all hidden tests and mutants on Feature 4: bare 0 of 4, harness 0 of 4 in run 3 and the class round (and 0 of 3 each in the earlier medium round). Both fail; no measurable difference.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registered gate for larger batches needed the harness ahead in 3 of 4 sections; it was ahead in 0, so the batches of 10 runs per arm and the ablation were not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Post hoc over 34 runs per arm, descriptive only: files outside the allowed paths in 9 bare runs and 0 harness runs; done claimed in 19 against 10, none with failing hidden tests; median cost per arm $0.0103 bare, $0.0123 harness.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release dashboard with error bars: one good run does not move a decision.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"Why did the one gap show up on scope?" Expected: the scope layer blocks the edit by construction; the other layers only change what the agent reads or how it ends.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"So should I skip the other layers?" Answer: measure them on your own failures. Source 1: Harness engineering (https://openai.com/index/harness-engineering/): its results "should not be assumed to generalize without similar investment—at least, not yet." The same holds here: one model, one ticket per section, a few runs per arm.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"no measurable difference means no difference". Correction: these few runs cannot show one; a smaller effect needs more runs.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3 minutes. Next: which layer when.</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0" name="Google Shape;1140;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2.5 min (3:48-3:50:30)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3: Harness design for long-running application development (https://www.anthropic.com/engineering/harness-design-long-running-apps): "every component in a harness encodes an assumption about what the model can't do on its own, and those assumptions are worth stress testing."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Instructions: add a map when the agent breaks rules that live in a wiki or copies legacy patterns. Cost: keeping the docs true.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State: progress files and a handoff when work spans sessions. Cost: a few turns per stop.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Scope: allowed paths and a sandbox when agents edit outside the ticket. The only measured gap here: bare 0 of 3 in scope, harness 3 of 3, on Feature 4: Version checks on issue edits, partly by construction.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Verification: a gate when the agent can claim done early and your checks are cheap and exact; keep some checks held out.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How to decide in your repo, from Source 3 (https://www.anthropic.com/engineering/harness-design-long-running-apps): "removing one component at a time and reviewing what impact it had on the final result". On TeamTrack, make final FEATURES=bulk-close LAYERS=-scope removes one layer from the harness arm.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security review that picks controls from the incidents you have had, not a vendor's full catalogue.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failure do you see most in your repo?" Expected: varied; map each answer to a row.</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"Is there a layer you would never skip?" Answer: not on this evidence; the sandbox is the one to keep without a measurement, because it limits damage on the run that goes wrong, which no A/B here measures.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"all four layers or nothing". Correction: the kit's worked example kept every layer but cut instructions down for a small library; decide per layer and write it down.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2.5 minutes. Next: take it home.</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9" name="Google Shape;1149;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1.5 min (3:50:30-3:52)</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shipharness init copies the starter kit (map, state files, feature list, house-rule checks, sandbox policy, CI) with no model calls. Every template holds TeamTrack's real values with a REPLACE marker next to each; --check lists the markers still to fill.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It never overwrites your files: an existing AGENTS.md is skipped and reported; --force replaces it only if you ask.</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skills install to .claude/skills/ (Claude Code, Cursor) and .agents/skills/ (Codex, Cursor), in the format of Source 6: Agent Skills Specification (https://agentskills.io/specification): a folder with a SKILL.md.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guide is use-in-your-repo/apply-to-your-repo.md: seven steps: install, copy, fill, check, run, read, decide. Steps 1 to 4 make no model calls.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Example from the guide: testgen on the boltons queue module kept 3 of 3 proposed tests for $0.002031; the assured-tests example on TeamTrack kept 1 of 5 for $0.003287, the other four failed Filter 3: Adds coverage or catches a mutant.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cookiecutter template with real defaults and a marker on every value you must change.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skill would you install first?" Expected: house-rules (turns a repeated review comment into a check) or assured-tests.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"Does testgen run my tests on my machine?" Answer: with --sandbox local, yes, and it prints UNSANDBOXED; for code you do not trust use --sandbox docker --image.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"install the kit and you are done". Correction: step 7 is deciding which layers earn their place; measure before you keep a piece.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minutes. Next: the assignments.</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3" name="Google Shape;1163;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 min (3:53:30-3:54:30)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Run make final FEATURES=bulk-close, with PURPOSE=pilot outside class. At the caps one feature costs at most $0.58.</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Leave-one-out: make final FEATURES=bulk-close LAYERS=-scope removes one layer from the harness arm, the method of Source 3: Harness design for long-running application development (https://www.anthropic.com/engineering/harness-design-long-running-apps), one feature at a time.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uv run shipharness report makes no model calls and writes exports/report.html: one dot per run, filled for passed, hollow for failed.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portfolio for Assignment 4: Verification: the A/B's score records and trace links, the kit's check and testgen output on a repository you choose, a one-page case study, and a skill of your own.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Why "one dot": the course ran Feature 5: Bulk close more than once before class and the A/Bs split differently on mutants: 2 of 3 each in an earlier run, then 3 of 3 (bare) against 1 of 3 (harness).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benchmark result published with its run count and variance, not a single best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"How many runs before you believe a gap?" Expected: more than one per arm; the course planned 10 per arm for its larger batches.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"Can I run it without Docker?" Answer: not for results; SANDBOX_MODE=none is not allowed for results, because both arms must run in the same kind of container.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"my one A/B shows the harness works on my repo". Correction: it shows one dot; report counts and say what more runs would need to show. The guide is final-project/README.md.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 minute. Next: one picture of everything.</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9" name="Google Shape;1179;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 min (3:54:30-3:55:30)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Instructions: a map of about 100 lines in context, details on disk, skills that load in tiers. It informs; it never blocks.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State: a progress file, an exec plan, and a two-owner handoff; the harness writes the facts from git at every stop.</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Scope: one feature at a time, allowed paths per phase checked on every tool call, passes set only by the harness.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Verification: a gate on "done", five test filters, and held-out hidden tests and mutants the agent never sees.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sandbox: one container per arm, no network, keys on the host; the same for both arms, so no A/B here measures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referee sits outside the harness and scores what shipped, the same way for both arms.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onboarding docs, a shift handover, least privilege, and CI gates: four practices your team trusts for humans, applied to an agent.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at the scope ring: the one layer with a measured gap, on Feature 4: Version checks on issue edits, partly by construction.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ring would you add first?" Expected: the one that matches a failure you have seen.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"more rings means a safer agent". Correction: each ring costs turns and time; harness arms ran longer than bare arms before class.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 minute. Next: the summary.</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8" name="Google Shape;1188;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1.5 min (3:55:30-3:57)</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Takeaway 1, instructions = a short map in context, details on disk, checked by a script. On Feature 1: Org-wide issue search: no measurable difference; the model already scoped its query.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Takeaway 2, state = facts from git at every stop, notes from the agent. On Feature 2: Comments on issues: no measurable difference; the repository was enough state for this model.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Takeaway 3, scope = allowed paths checked by code, a sandbox for both arms. On Feature 4: Version checks on issue edits: bare 0 of 3 in scope, harness 3 of 3, partly by construction; on Feature 3: Safe retries for issue creation, no measurable difference.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Takeaway 4, verification = checks the agent does not own: a gate, filters, hidden tests, mutants. On Feature 4: both arms failed every run; no measurable difference.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Takeaway 5, every layer = a bet on what the model cannot do on its own: same ticket, model, and referee, counts per arm, never one run.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Concrete next step: count your agent's out-of-scope files with git diff --name-only before you enforce anything; it is the cheapest measurement in the module.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Analogy: a post-incident review: keep the controls that would have caught a failure you actually had.</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takeaway surprised you?" Expected: that three of four layers showed no measurable difference on this model.</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"Will these results hold for my model?" Answer: unknown; re-measure when the model changes.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"no measurable difference means the layer is useless". Correction: these few runs on one ticket per section cannot show a smaller effect.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minutes. Next: a glimpse of Module 2.</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7" name="Google Shape;1197;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(3:58-3:58:15)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These are the sources behind the four causes and the four layers, numbered in the order the slides first cite them, with exact titles and links from the course's evidence pages.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 (https://openai.com/index/harness-engineering/): the map instead of a giant instruction file, the house rules, and the warning that results should not be assumed to generalize.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2 (https://www.anthropic.com/engineering/effective-harnesses-for-long-running-agents): sessions start with no memory; clean state; progress files and the feature list. Source 3 (https://www.anthropic.com/engineering/harness-design-long-running-apps): self-grading skews positive; separating doer and judge; removing one component at a time. Source 4 (https://www.anthropic.com/engineering/building-c-compiler): a nearly perfect verifier, short test output, run it in a container.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skills pages say where each client looks for skills; the starter kit installs into .claude/skills/ and .agents/skills/ for that reason, and post-class reading 03 in section-1-instructions/ summarises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Where the links come from: the Sources sections of docs/evidence/s1.md to docs/evidence/s4.md and docs/evidence/final.md, which also list every quote.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"Which one should I read first?" Answer: Source 3 (https://www.anthropic.com/engineering/harness-design-long-running-apps), then Source 1 (https://openai.com/index/harness-engineering/).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Each entry gives the title, the link, the author, and the date; living documentation pages carry no date, so they say so.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Ask: "Which source would you send to your team lead first?" Expected: the one about the failure your team has seen.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seconds. Next: the rest.</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4" name="Google Shape;1204;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(3:58:15-3:58:30)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Meta papers: Source 13 (TestGen-LLM (https://arxiv.org/abs/2402.09171)) gives Filters 1 to 3 and the five-run flakiness check; Source 14 (ACH (https://arxiv.org/abs/2501.12862)) gives targeted mutants, the mutant branch of Filter 3: Adds coverage or catches a mutant, and the limit that it cannot find existing faults.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12 (https://arxiv.org/abs/2605.21384) and its repository: visible against held-out suites, and compositional failures. Not the unrelated Spec-Bench paper.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Source 11 (https://docs.docker.com/engine/network/drivers/none/): what --network none leaves inside the container. Source 5: LangSmith billing (https://docs.langchain.com/langsmith/billing): ordinary traces are kept 14 days. Source 10 (https://cookbook.openai.com/articles/codex_exec_plans): the exec plan of Section 2: State and sessions; Source 15 (https://github.com/anthropics/claude-quickstarts/tree/main/autonomous-coding): the feature list and init.sh pattern.</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Post-class readings in section-4-verification/post-class-reading/ summarise the three papers in about 20 minutes.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question: "Are the quotes checked?" Answer: yes; each was checked against the source text, and the evidence pages list them.</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The same numbered list sits in the Sources section at the end of the slide file, so every "Source N" in the notes resolves to one entry.</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check: the close should be at about 3:58:30 here; keep the last Q&amp;A short.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Misconception: "Filter 4: Real assertions and Filter 5: No source changes are from TestGen-LLM (https://arxiv.org/abs/2402.09171)". Correction: they are the course's own; the evidence page says so.</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15 seconds. Next: last questions.</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1" name="Google Shape;1211;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1.25 min (3:58:30-3:59:45)</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Take the questions collected in chat during Section 4: Verification first.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"Which layer should I add first at work?" Answer: the one that matches a failure you have seen; scope is the only one with a measured gap here, on one ticket and partly by construction; count out-of-scope files before you enforce anything.</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"Will these results hold for a stronger model?" Answer: unknown; each layer encodes an assumption about the model, and Source 3: Harness design for long-running application development (https://www.anthropic.com/engineering/harness-design-long-running-apps) dropped context resets for a newer model. Re-measure when the model changes.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"How much did this session cost?" Answer: read the session figure from the last Cost: line in terminal C; the cap was $2.50.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Likely: "Where do I start tomorrow?" Answer: use-in-your-repo/apply-to-your-repo.md, step 1, or Assignment 1: Instructions.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Remind: the review session covers each assignment, about 25 minutes each.</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After class (instructor): uv run shipharness report, back up .shipharness/runs/ and exports/, note each command's Cost: line.</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Time: 1 minute 15 seconds; collect the rest in chat. Next: thank you.</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8" name="Google Shape;1218;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Time: 0.25 min (3:59:45-4:00)</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Thank the room for the poll and the questions.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Repeat the one line of the session: each harness piece is a bet on what the model cannot do; measure it before you keep it.</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Point to the repository: section folders, use-in-your-repo/, and final-project/; the four assignments and their offline self-checks.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Class run records stay on the instructor's machine; captured runs are in each demo/expected/ folder.</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Invite results from their own repos, reported as counts.</a:t>
            </a:r>
            <a:endParaRPr/>
          </a:p>
          <a:p>
            <a:pPr indent="-182880" lvl="0" marL="228600" rtl="0" algn="l">
              <a:lnSpc>
                <a:spcPct val="100000"/>
              </a:lnSpc>
              <a:spcBef>
                <a:spcPts val="0"/>
              </a:spcBef>
              <a:spcAft>
                <a:spcPts val="0"/>
              </a:spcAft>
              <a:buClr>
                <a:srgbClr val="324158"/>
              </a:buClr>
              <a:buSzPts val="1100"/>
              <a:buFont typeface="Arial"/>
              <a:buChar char="•"/>
            </a:pPr>
            <a:r>
              <a:rPr b="0" i="0" lang="en-US" sz="1100" u="none" cap="none" strike="noStrike">
                <a:solidFill>
                  <a:srgbClr val="000000"/>
                </a:solidFill>
                <a:latin typeface="Arial"/>
                <a:ea typeface="Arial"/>
                <a:cs typeface="Arial"/>
                <a:sym typeface="Arial"/>
              </a:rPr>
              <a:t>Stop the console (Ctrl+C in terminal A) only after the last screen is closed. End at 4:00.</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0" name="Shape 10"/>
        <p:cNvGrpSpPr/>
        <p:nvPr/>
      </p:nvGrpSpPr>
      <p:grpSpPr>
        <a:xfrm>
          <a:off x="0" y="0"/>
          <a:ext cx="0" cy="0"/>
          <a:chOff x="0" y="0"/>
          <a:chExt cx="0" cy="0"/>
        </a:xfrm>
      </p:grpSpPr>
      <p:sp>
        <p:nvSpPr>
          <p:cNvPr id="11" name="Google Shape;11;p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2" name="Google Shape;12;p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2100"/>
              </a:spcAft>
              <a:buClr>
                <a:schemeClr val="dk1"/>
              </a:buClr>
              <a:buSzPts val="1600"/>
              <a:buNone/>
              <a:defRPr sz="1600"/>
            </a:lvl9pPr>
          </a:lstStyle>
          <a:p/>
        </p:txBody>
      </p:sp>
      <p:sp>
        <p:nvSpPr>
          <p:cNvPr id="13" name="Google Shape;13;p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4" name="Google Shape;14;p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2"/>
          <p:cNvSpPr txBox="1"/>
          <p:nvPr>
            <p:ph idx="12" type="sldNum"/>
          </p:nvPr>
        </p:nvSpPr>
        <p:spPr>
          <a:xfrm>
            <a:off x="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p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8" name="Google Shape;18;p3"/>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9" name="Google Shape;19;p3"/>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20" name="Google Shape;20;p3"/>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21" name="Shape 21"/>
        <p:cNvGrpSpPr/>
        <p:nvPr/>
      </p:nvGrpSpPr>
      <p:grpSpPr>
        <a:xfrm>
          <a:off x="0" y="0"/>
          <a:ext cx="0" cy="0"/>
          <a:chOff x="0" y="0"/>
          <a:chExt cx="0" cy="0"/>
        </a:xfrm>
      </p:grpSpPr>
      <p:sp>
        <p:nvSpPr>
          <p:cNvPr id="22" name="Google Shape;22;p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Font typeface="Fira Sans"/>
              <a:buNone/>
              <a:defRPr>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 name="Google Shape;23;p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Font typeface="Fira Sans"/>
              <a:buChar char="●"/>
              <a:defRPr>
                <a:latin typeface="Fira Sans"/>
                <a:ea typeface="Fira Sans"/>
                <a:cs typeface="Fira Sans"/>
                <a:sym typeface="Fira Sans"/>
              </a:defRPr>
            </a:lvl1pPr>
            <a:lvl2pPr indent="-349250" lvl="1" marL="914400" algn="l">
              <a:lnSpc>
                <a:spcPct val="115000"/>
              </a:lnSpc>
              <a:spcBef>
                <a:spcPts val="2100"/>
              </a:spcBef>
              <a:spcAft>
                <a:spcPts val="0"/>
              </a:spcAft>
              <a:buSzPts val="1900"/>
              <a:buFont typeface="Fira Sans"/>
              <a:buChar char="○"/>
              <a:defRPr>
                <a:latin typeface="Fira Sans"/>
                <a:ea typeface="Fira Sans"/>
                <a:cs typeface="Fira Sans"/>
                <a:sym typeface="Fira Sans"/>
              </a:defRPr>
            </a:lvl2pPr>
            <a:lvl3pPr indent="-349250" lvl="2" marL="1371600" algn="l">
              <a:lnSpc>
                <a:spcPct val="115000"/>
              </a:lnSpc>
              <a:spcBef>
                <a:spcPts val="2100"/>
              </a:spcBef>
              <a:spcAft>
                <a:spcPts val="0"/>
              </a:spcAft>
              <a:buSzPts val="1900"/>
              <a:buFont typeface="Fira Sans"/>
              <a:buChar char="■"/>
              <a:defRPr>
                <a:latin typeface="Fira Sans"/>
                <a:ea typeface="Fira Sans"/>
                <a:cs typeface="Fira Sans"/>
                <a:sym typeface="Fira Sans"/>
              </a:defRPr>
            </a:lvl3pPr>
            <a:lvl4pPr indent="-349250" lvl="3" marL="1828800" algn="l">
              <a:lnSpc>
                <a:spcPct val="115000"/>
              </a:lnSpc>
              <a:spcBef>
                <a:spcPts val="2100"/>
              </a:spcBef>
              <a:spcAft>
                <a:spcPts val="0"/>
              </a:spcAft>
              <a:buSzPts val="1900"/>
              <a:buFont typeface="Fira Sans"/>
              <a:buChar char="●"/>
              <a:defRPr>
                <a:latin typeface="Fira Sans"/>
                <a:ea typeface="Fira Sans"/>
                <a:cs typeface="Fira Sans"/>
                <a:sym typeface="Fira Sans"/>
              </a:defRPr>
            </a:lvl4pPr>
            <a:lvl5pPr indent="-349250" lvl="4" marL="2286000" algn="l">
              <a:lnSpc>
                <a:spcPct val="115000"/>
              </a:lnSpc>
              <a:spcBef>
                <a:spcPts val="2100"/>
              </a:spcBef>
              <a:spcAft>
                <a:spcPts val="0"/>
              </a:spcAft>
              <a:buSzPts val="1900"/>
              <a:buFont typeface="Fira Sans"/>
              <a:buChar char="○"/>
              <a:defRPr>
                <a:latin typeface="Fira Sans"/>
                <a:ea typeface="Fira Sans"/>
                <a:cs typeface="Fira Sans"/>
                <a:sym typeface="Fira Sans"/>
              </a:defRPr>
            </a:lvl5pPr>
            <a:lvl6pPr indent="-349250" lvl="5" marL="2743200" algn="l">
              <a:lnSpc>
                <a:spcPct val="115000"/>
              </a:lnSpc>
              <a:spcBef>
                <a:spcPts val="2100"/>
              </a:spcBef>
              <a:spcAft>
                <a:spcPts val="0"/>
              </a:spcAft>
              <a:buSzPts val="1900"/>
              <a:buFont typeface="Fira Sans"/>
              <a:buChar char="■"/>
              <a:defRPr>
                <a:latin typeface="Fira Sans"/>
                <a:ea typeface="Fira Sans"/>
                <a:cs typeface="Fira Sans"/>
                <a:sym typeface="Fira Sans"/>
              </a:defRPr>
            </a:lvl6pPr>
            <a:lvl7pPr indent="-349250" lvl="6" marL="3200400" algn="l">
              <a:lnSpc>
                <a:spcPct val="115000"/>
              </a:lnSpc>
              <a:spcBef>
                <a:spcPts val="2100"/>
              </a:spcBef>
              <a:spcAft>
                <a:spcPts val="0"/>
              </a:spcAft>
              <a:buSzPts val="1900"/>
              <a:buFont typeface="Fira Sans"/>
              <a:buChar char="●"/>
              <a:defRPr>
                <a:latin typeface="Fira Sans"/>
                <a:ea typeface="Fira Sans"/>
                <a:cs typeface="Fira Sans"/>
                <a:sym typeface="Fira Sans"/>
              </a:defRPr>
            </a:lvl7pPr>
            <a:lvl8pPr indent="-349250" lvl="7" marL="3657600" algn="l">
              <a:lnSpc>
                <a:spcPct val="115000"/>
              </a:lnSpc>
              <a:spcBef>
                <a:spcPts val="2100"/>
              </a:spcBef>
              <a:spcAft>
                <a:spcPts val="0"/>
              </a:spcAft>
              <a:buSzPts val="1900"/>
              <a:buFont typeface="Fira Sans"/>
              <a:buChar char="○"/>
              <a:defRPr>
                <a:latin typeface="Fira Sans"/>
                <a:ea typeface="Fira Sans"/>
                <a:cs typeface="Fira Sans"/>
                <a:sym typeface="Fira Sans"/>
              </a:defRPr>
            </a:lvl8pPr>
            <a:lvl9pPr indent="-349250" lvl="8" marL="4114800" algn="l">
              <a:lnSpc>
                <a:spcPct val="115000"/>
              </a:lnSpc>
              <a:spcBef>
                <a:spcPts val="2100"/>
              </a:spcBef>
              <a:spcAft>
                <a:spcPts val="2100"/>
              </a:spcAft>
              <a:buSzPts val="1900"/>
              <a:buFont typeface="Fira Sans"/>
              <a:buChar char="■"/>
              <a:defRPr>
                <a:latin typeface="Fira Sans"/>
                <a:ea typeface="Fira Sans"/>
                <a:cs typeface="Fira Sans"/>
                <a:sym typeface="Fira Sans"/>
              </a:defRPr>
            </a:lvl9pPr>
          </a:lstStyle>
          <a:p/>
        </p:txBody>
      </p:sp>
      <p:sp>
        <p:nvSpPr>
          <p:cNvPr id="24" name="Google Shape;24;p4"/>
          <p:cNvSpPr txBox="1"/>
          <p:nvPr>
            <p:ph idx="12" type="sldNum"/>
          </p:nvPr>
        </p:nvSpPr>
        <p:spPr>
          <a:xfrm>
            <a:off x="85244" y="6271489"/>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type="tx">
  <p:cSld name="TITLE_AND_BODY">
    <p:spTree>
      <p:nvGrpSpPr>
        <p:cNvPr id="25" name="Shape 25"/>
        <p:cNvGrpSpPr/>
        <p:nvPr/>
      </p:nvGrpSpPr>
      <p:grpSpPr>
        <a:xfrm>
          <a:off x="0" y="0"/>
          <a:ext cx="0" cy="0"/>
          <a:chOff x="0" y="0"/>
          <a:chExt cx="0" cy="0"/>
        </a:xfrm>
      </p:grpSpPr>
      <p:sp>
        <p:nvSpPr>
          <p:cNvPr id="26" name="Google Shape;26;p5"/>
          <p:cNvSpPr/>
          <p:nvPr/>
        </p:nvSpPr>
        <p:spPr>
          <a:xfrm>
            <a:off x="0" y="0"/>
            <a:ext cx="3078900" cy="6858000"/>
          </a:xfrm>
          <a:prstGeom prst="rect">
            <a:avLst/>
          </a:prstGeom>
          <a:solidFill>
            <a:srgbClr val="3896D2"/>
          </a:solidFill>
          <a:ln>
            <a:noFill/>
          </a:ln>
          <a:effectLst>
            <a:outerShdw blurRad="38100" rotWithShape="0" dir="5400000" dist="25400">
              <a:srgbClr val="000000">
                <a:alpha val="40784"/>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27" name="Google Shape;27;p5"/>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28" name="Google Shape;28;p5"/>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29" name="Google Shape;29;p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30" name="Shape 30"/>
        <p:cNvGrpSpPr/>
        <p:nvPr/>
      </p:nvGrpSpPr>
      <p:grpSpPr>
        <a:xfrm>
          <a:off x="0" y="0"/>
          <a:ext cx="0" cy="0"/>
          <a:chOff x="0" y="0"/>
          <a:chExt cx="0" cy="0"/>
        </a:xfrm>
      </p:grpSpPr>
      <p:sp>
        <p:nvSpPr>
          <p:cNvPr id="31" name="Google Shape;31;p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2" name="Google Shape;32;p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2100"/>
              </a:spcAft>
              <a:buClr>
                <a:schemeClr val="dk1"/>
              </a:buClr>
              <a:buSzPts val="1800"/>
              <a:buChar char="■"/>
              <a:defRPr/>
            </a:lvl9pPr>
          </a:lstStyle>
          <a:p/>
        </p:txBody>
      </p:sp>
      <p:sp>
        <p:nvSpPr>
          <p:cNvPr id="33" name="Google Shape;33;p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p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p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36" name="Shape 36"/>
        <p:cNvGrpSpPr/>
        <p:nvPr/>
      </p:nvGrpSpPr>
      <p:grpSpPr>
        <a:xfrm>
          <a:off x="0" y="0"/>
          <a:ext cx="0" cy="0"/>
          <a:chOff x="0" y="0"/>
          <a:chExt cx="0" cy="0"/>
        </a:xfrm>
      </p:grpSpPr>
      <p:sp>
        <p:nvSpPr>
          <p:cNvPr id="37" name="Google Shape;37;p7"/>
          <p:cNvSpPr txBox="1"/>
          <p:nvPr>
            <p:ph type="ctrTitle"/>
          </p:nvPr>
        </p:nvSpPr>
        <p:spPr>
          <a:xfrm>
            <a:off x="942200" y="548567"/>
            <a:ext cx="10307700" cy="17163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Clr>
                <a:schemeClr val="lt1"/>
              </a:buClr>
              <a:buSzPts val="8000"/>
              <a:buFont typeface="Fira Sans"/>
              <a:buNone/>
              <a:defRPr b="1" sz="8000">
                <a:solidFill>
                  <a:schemeClr val="lt1"/>
                </a:solidFill>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pic>
        <p:nvPicPr>
          <p:cNvPr id="38" name="Google Shape;38;p7"/>
          <p:cNvPicPr preferRelativeResize="0"/>
          <p:nvPr/>
        </p:nvPicPr>
        <p:blipFill rotWithShape="1">
          <a:blip r:embed="rId2">
            <a:alphaModFix/>
          </a:blip>
          <a:srcRect b="0" l="0" r="0" t="0"/>
          <a:stretch/>
        </p:blipFill>
        <p:spPr>
          <a:xfrm>
            <a:off x="1734133" y="2478600"/>
            <a:ext cx="8723733" cy="1900800"/>
          </a:xfrm>
          <a:prstGeom prst="rect">
            <a:avLst/>
          </a:prstGeom>
          <a:noFill/>
          <a:ln>
            <a:noFill/>
          </a:ln>
        </p:spPr>
      </p:pic>
      <p:sp>
        <p:nvSpPr>
          <p:cNvPr id="39" name="Google Shape;39;p7"/>
          <p:cNvSpPr txBox="1"/>
          <p:nvPr/>
        </p:nvSpPr>
        <p:spPr>
          <a:xfrm>
            <a:off x="2017267" y="5007733"/>
            <a:ext cx="8440500" cy="1209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0" name="Google Shape;40;p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41" name="Shape 41"/>
        <p:cNvGrpSpPr/>
        <p:nvPr/>
      </p:nvGrpSpPr>
      <p:grpSpPr>
        <a:xfrm>
          <a:off x="0" y="0"/>
          <a:ext cx="0" cy="0"/>
          <a:chOff x="0" y="0"/>
          <a:chExt cx="0" cy="0"/>
        </a:xfrm>
      </p:grpSpPr>
      <p:sp>
        <p:nvSpPr>
          <p:cNvPr id="42" name="Google Shape;42;p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b="1"/>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3" name="Google Shape;43;p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44" name="Google Shape;44;p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45" name="Shape 45"/>
        <p:cNvGrpSpPr/>
        <p:nvPr/>
      </p:nvGrpSpPr>
      <p:grpSpPr>
        <a:xfrm>
          <a:off x="0" y="0"/>
          <a:ext cx="0" cy="0"/>
          <a:chOff x="0" y="0"/>
          <a:chExt cx="0" cy="0"/>
        </a:xfrm>
      </p:grpSpPr>
      <p:sp>
        <p:nvSpPr>
          <p:cNvPr id="46" name="Google Shape;46;p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47" name="Shape 47"/>
        <p:cNvGrpSpPr/>
        <p:nvPr/>
      </p:nvGrpSpPr>
      <p:grpSpPr>
        <a:xfrm>
          <a:off x="0" y="0"/>
          <a:ext cx="0" cy="0"/>
          <a:chOff x="0" y="0"/>
          <a:chExt cx="0" cy="0"/>
        </a:xfrm>
      </p:grpSpPr>
      <p:sp>
        <p:nvSpPr>
          <p:cNvPr id="48" name="Google Shape;48;p10"/>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49" name="Google Shape;49;p1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1"/>
          <p:cNvSpPr txBox="1"/>
          <p:nvPr>
            <p:ph type="title"/>
          </p:nvPr>
        </p:nvSpPr>
        <p:spPr>
          <a:xfrm>
            <a:off x="961232" y="123899"/>
            <a:ext cx="10269600" cy="345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000"/>
              <a:buNone/>
              <a:defRPr b="0" i="0" sz="2100">
                <a:solidFill>
                  <a:schemeClr val="dk1"/>
                </a:solidFill>
                <a:latin typeface="Verdana"/>
                <a:ea typeface="Verdana"/>
                <a:cs typeface="Verdana"/>
                <a:sym typeface="Verdana"/>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52" name="Google Shape;52;p11"/>
          <p:cNvSpPr txBox="1"/>
          <p:nvPr>
            <p:ph idx="1" type="body"/>
          </p:nvPr>
        </p:nvSpPr>
        <p:spPr>
          <a:xfrm>
            <a:off x="1182979" y="1374478"/>
            <a:ext cx="9825900" cy="3865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2400"/>
              <a:buNone/>
              <a:defRPr b="0" i="0">
                <a:solidFill>
                  <a:schemeClr val="dk1"/>
                </a:solidFill>
              </a:defRPr>
            </a:lvl1pPr>
            <a:lvl2pPr indent="-228600" lvl="1" marL="914400" algn="l">
              <a:lnSpc>
                <a:spcPct val="115000"/>
              </a:lnSpc>
              <a:spcBef>
                <a:spcPts val="1600"/>
              </a:spcBef>
              <a:spcAft>
                <a:spcPts val="0"/>
              </a:spcAft>
              <a:buSzPts val="1900"/>
              <a:buNone/>
              <a:defRPr/>
            </a:lvl2pPr>
            <a:lvl3pPr indent="-228600" lvl="2" marL="1371600" algn="l">
              <a:lnSpc>
                <a:spcPct val="115000"/>
              </a:lnSpc>
              <a:spcBef>
                <a:spcPts val="1600"/>
              </a:spcBef>
              <a:spcAft>
                <a:spcPts val="0"/>
              </a:spcAft>
              <a:buSzPts val="1900"/>
              <a:buNone/>
              <a:defRPr/>
            </a:lvl3pPr>
            <a:lvl4pPr indent="-228600" lvl="3" marL="1828800" algn="l">
              <a:lnSpc>
                <a:spcPct val="115000"/>
              </a:lnSpc>
              <a:spcBef>
                <a:spcPts val="1600"/>
              </a:spcBef>
              <a:spcAft>
                <a:spcPts val="0"/>
              </a:spcAft>
              <a:buSzPts val="1900"/>
              <a:buNone/>
              <a:defRPr/>
            </a:lvl4pPr>
            <a:lvl5pPr indent="-228600" lvl="4" marL="2286000" algn="l">
              <a:lnSpc>
                <a:spcPct val="115000"/>
              </a:lnSpc>
              <a:spcBef>
                <a:spcPts val="1600"/>
              </a:spcBef>
              <a:spcAft>
                <a:spcPts val="0"/>
              </a:spcAft>
              <a:buSzPts val="1900"/>
              <a:buNone/>
              <a:defRPr/>
            </a:lvl5pPr>
            <a:lvl6pPr indent="-228600" lvl="5" marL="2743200" algn="l">
              <a:lnSpc>
                <a:spcPct val="115000"/>
              </a:lnSpc>
              <a:spcBef>
                <a:spcPts val="1600"/>
              </a:spcBef>
              <a:spcAft>
                <a:spcPts val="0"/>
              </a:spcAft>
              <a:buSzPts val="1900"/>
              <a:buNone/>
              <a:defRPr/>
            </a:lvl6pPr>
            <a:lvl7pPr indent="-228600" lvl="6" marL="3200400" algn="l">
              <a:lnSpc>
                <a:spcPct val="115000"/>
              </a:lnSpc>
              <a:spcBef>
                <a:spcPts val="1600"/>
              </a:spcBef>
              <a:spcAft>
                <a:spcPts val="0"/>
              </a:spcAft>
              <a:buSzPts val="1900"/>
              <a:buNone/>
              <a:defRPr/>
            </a:lvl7pPr>
            <a:lvl8pPr indent="-228600" lvl="7" marL="3657600" algn="l">
              <a:lnSpc>
                <a:spcPct val="115000"/>
              </a:lnSpc>
              <a:spcBef>
                <a:spcPts val="1600"/>
              </a:spcBef>
              <a:spcAft>
                <a:spcPts val="0"/>
              </a:spcAft>
              <a:buSzPts val="1900"/>
              <a:buNone/>
              <a:defRPr/>
            </a:lvl8pPr>
            <a:lvl9pPr indent="-228600" lvl="8" marL="4114800" algn="l">
              <a:lnSpc>
                <a:spcPct val="115000"/>
              </a:lnSpc>
              <a:spcBef>
                <a:spcPts val="1600"/>
              </a:spcBef>
              <a:spcAft>
                <a:spcPts val="1600"/>
              </a:spcAft>
              <a:buSzPts val="1900"/>
              <a:buNone/>
              <a:defRPr/>
            </a:lvl9pPr>
          </a:lstStyle>
          <a:p/>
        </p:txBody>
      </p:sp>
      <p:sp>
        <p:nvSpPr>
          <p:cNvPr id="53" name="Google Shape;53;p11"/>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11"/>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11"/>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56" name="Shape 56"/>
        <p:cNvGrpSpPr/>
        <p:nvPr/>
      </p:nvGrpSpPr>
      <p:grpSpPr>
        <a:xfrm>
          <a:off x="0" y="0"/>
          <a:ext cx="0" cy="0"/>
          <a:chOff x="0" y="0"/>
          <a:chExt cx="0" cy="0"/>
        </a:xfrm>
      </p:grpSpPr>
      <p:sp>
        <p:nvSpPr>
          <p:cNvPr id="57" name="Google Shape;57;p1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12"/>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9" name="Google Shape;59;p12"/>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60" name="Shape 60"/>
        <p:cNvGrpSpPr/>
        <p:nvPr/>
      </p:nvGrpSpPr>
      <p:grpSpPr>
        <a:xfrm>
          <a:off x="0" y="0"/>
          <a:ext cx="0" cy="0"/>
          <a:chOff x="0" y="0"/>
          <a:chExt cx="0" cy="0"/>
        </a:xfrm>
      </p:grpSpPr>
      <p:sp>
        <p:nvSpPr>
          <p:cNvPr id="61" name="Google Shape;61;p1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62" name="Shape 62"/>
        <p:cNvGrpSpPr/>
        <p:nvPr/>
      </p:nvGrpSpPr>
      <p:grpSpPr>
        <a:xfrm>
          <a:off x="0" y="0"/>
          <a:ext cx="0" cy="0"/>
          <a:chOff x="0" y="0"/>
          <a:chExt cx="0" cy="0"/>
        </a:xfrm>
      </p:grpSpPr>
      <p:sp>
        <p:nvSpPr>
          <p:cNvPr id="63" name="Google Shape;63;p14"/>
          <p:cNvSpPr txBox="1"/>
          <p:nvPr/>
        </p:nvSpPr>
        <p:spPr>
          <a:xfrm>
            <a:off x="1509800" y="2748300"/>
            <a:ext cx="9172500" cy="12933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Fira Sans"/>
                <a:ea typeface="Fira Sans"/>
                <a:cs typeface="Fira Sans"/>
                <a:sym typeface="Fira Sans"/>
              </a:rPr>
              <a:t>Thank You!</a:t>
            </a:r>
            <a:endParaRPr b="1" i="0" sz="8000" u="none" cap="none" strike="noStrike">
              <a:solidFill>
                <a:schemeClr val="lt1"/>
              </a:solidFill>
              <a:latin typeface="Fira Sans"/>
              <a:ea typeface="Fira Sans"/>
              <a:cs typeface="Fira Sans"/>
              <a:sym typeface="Fira Sans"/>
            </a:endParaRPr>
          </a:p>
        </p:txBody>
      </p:sp>
      <p:sp>
        <p:nvSpPr>
          <p:cNvPr id="64" name="Google Shape;64;p1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67" name="Google Shape;67;p1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68" name="Shape 68"/>
        <p:cNvGrpSpPr/>
        <p:nvPr/>
      </p:nvGrpSpPr>
      <p:grpSpPr>
        <a:xfrm>
          <a:off x="0" y="0"/>
          <a:ext cx="0" cy="0"/>
          <a:chOff x="0" y="0"/>
          <a:chExt cx="0" cy="0"/>
        </a:xfrm>
      </p:grpSpPr>
      <p:sp>
        <p:nvSpPr>
          <p:cNvPr id="69" name="Google Shape;69;p16"/>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0" name="Google Shape;70;p16"/>
          <p:cNvSpPr txBox="1"/>
          <p:nvPr>
            <p:ph idx="1" type="subTitle"/>
          </p:nvPr>
        </p:nvSpPr>
        <p:spPr>
          <a:xfrm>
            <a:off x="2795833" y="4866167"/>
            <a:ext cx="6564900" cy="6324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sz="3200">
                <a:solidFill>
                  <a:srgbClr val="000000"/>
                </a:solidFill>
                <a:latin typeface="Fira Sans"/>
                <a:ea typeface="Fira Sans"/>
                <a:cs typeface="Fira Sans"/>
                <a:sym typeface="Fira Sans"/>
              </a:defRPr>
            </a:lvl1pPr>
            <a:lvl2pPr lvl="1" algn="l">
              <a:lnSpc>
                <a:spcPct val="115000"/>
              </a:lnSpc>
              <a:spcBef>
                <a:spcPts val="2100"/>
              </a:spcBef>
              <a:spcAft>
                <a:spcPts val="0"/>
              </a:spcAft>
              <a:buSzPts val="1900"/>
              <a:buNone/>
              <a:defRPr/>
            </a:lvl2pPr>
            <a:lvl3pPr lvl="2" algn="l">
              <a:lnSpc>
                <a:spcPct val="115000"/>
              </a:lnSpc>
              <a:spcBef>
                <a:spcPts val="2100"/>
              </a:spcBef>
              <a:spcAft>
                <a:spcPts val="0"/>
              </a:spcAft>
              <a:buSzPts val="1900"/>
              <a:buNone/>
              <a:defRPr/>
            </a:lvl3pPr>
            <a:lvl4pPr lvl="3" algn="l">
              <a:lnSpc>
                <a:spcPct val="115000"/>
              </a:lnSpc>
              <a:spcBef>
                <a:spcPts val="2100"/>
              </a:spcBef>
              <a:spcAft>
                <a:spcPts val="0"/>
              </a:spcAft>
              <a:buSzPts val="1900"/>
              <a:buNone/>
              <a:defRPr/>
            </a:lvl4pPr>
            <a:lvl5pPr lvl="4" algn="l">
              <a:lnSpc>
                <a:spcPct val="115000"/>
              </a:lnSpc>
              <a:spcBef>
                <a:spcPts val="2100"/>
              </a:spcBef>
              <a:spcAft>
                <a:spcPts val="0"/>
              </a:spcAft>
              <a:buSzPts val="1900"/>
              <a:buNone/>
              <a:defRPr/>
            </a:lvl5pPr>
            <a:lvl6pPr lvl="5" algn="l">
              <a:lnSpc>
                <a:spcPct val="115000"/>
              </a:lnSpc>
              <a:spcBef>
                <a:spcPts val="2100"/>
              </a:spcBef>
              <a:spcAft>
                <a:spcPts val="0"/>
              </a:spcAft>
              <a:buSzPts val="1900"/>
              <a:buNone/>
              <a:defRPr/>
            </a:lvl6pPr>
            <a:lvl7pPr lvl="6" algn="l">
              <a:lnSpc>
                <a:spcPct val="115000"/>
              </a:lnSpc>
              <a:spcBef>
                <a:spcPts val="2100"/>
              </a:spcBef>
              <a:spcAft>
                <a:spcPts val="0"/>
              </a:spcAft>
              <a:buSzPts val="1900"/>
              <a:buNone/>
              <a:defRPr/>
            </a:lvl7pPr>
            <a:lvl8pPr lvl="7" algn="l">
              <a:lnSpc>
                <a:spcPct val="115000"/>
              </a:lnSpc>
              <a:spcBef>
                <a:spcPts val="2100"/>
              </a:spcBef>
              <a:spcAft>
                <a:spcPts val="0"/>
              </a:spcAft>
              <a:buSzPts val="1900"/>
              <a:buNone/>
              <a:defRPr/>
            </a:lvl8pPr>
            <a:lvl9pPr lvl="8" algn="l">
              <a:lnSpc>
                <a:spcPct val="115000"/>
              </a:lnSpc>
              <a:spcBef>
                <a:spcPts val="2100"/>
              </a:spcBef>
              <a:spcAft>
                <a:spcPts val="2100"/>
              </a:spcAft>
              <a:buSzPts val="1900"/>
              <a:buNone/>
              <a:defRPr/>
            </a:lvl9pPr>
          </a:lstStyle>
          <a:p/>
        </p:txBody>
      </p:sp>
      <p:sp>
        <p:nvSpPr>
          <p:cNvPr id="71" name="Google Shape;71;p16"/>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72" name="Shape 72"/>
        <p:cNvGrpSpPr/>
        <p:nvPr/>
      </p:nvGrpSpPr>
      <p:grpSpPr>
        <a:xfrm>
          <a:off x="0" y="0"/>
          <a:ext cx="0" cy="0"/>
          <a:chOff x="0" y="0"/>
          <a:chExt cx="0" cy="0"/>
        </a:xfrm>
      </p:grpSpPr>
      <p:sp>
        <p:nvSpPr>
          <p:cNvPr id="73" name="Google Shape;73;p17"/>
          <p:cNvSpPr txBox="1"/>
          <p:nvPr>
            <p:ph type="title"/>
          </p:nvPr>
        </p:nvSpPr>
        <p:spPr>
          <a:xfrm>
            <a:off x="415600" y="531033"/>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74" name="Google Shape;74;p1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75" name="Shape 75"/>
        <p:cNvGrpSpPr/>
        <p:nvPr/>
      </p:nvGrpSpPr>
      <p:grpSpPr>
        <a:xfrm>
          <a:off x="0" y="0"/>
          <a:ext cx="0" cy="0"/>
          <a:chOff x="0" y="0"/>
          <a:chExt cx="0" cy="0"/>
        </a:xfrm>
      </p:grpSpPr>
      <p:sp>
        <p:nvSpPr>
          <p:cNvPr id="76" name="Google Shape;76;p18"/>
          <p:cNvSpPr/>
          <p:nvPr/>
        </p:nvSpPr>
        <p:spPr>
          <a:xfrm>
            <a:off x="0" y="0"/>
            <a:ext cx="3078900" cy="6858000"/>
          </a:xfrm>
          <a:prstGeom prst="rect">
            <a:avLst/>
          </a:prstGeom>
          <a:solidFill>
            <a:srgbClr val="3896D2"/>
          </a:solidFill>
          <a:ln>
            <a:noFill/>
          </a:ln>
          <a:effectLst>
            <a:outerShdw blurRad="38100" rotWithShape="0" dir="5400000" dist="25400">
              <a:srgbClr val="000000">
                <a:alpha val="40784"/>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77" name="Google Shape;77;p18"/>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78" name="Google Shape;78;p1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79" name="Shape 79"/>
        <p:cNvGrpSpPr/>
        <p:nvPr/>
      </p:nvGrpSpPr>
      <p:grpSpPr>
        <a:xfrm>
          <a:off x="0" y="0"/>
          <a:ext cx="0" cy="0"/>
          <a:chOff x="0" y="0"/>
          <a:chExt cx="0" cy="0"/>
        </a:xfrm>
      </p:grpSpPr>
      <p:sp>
        <p:nvSpPr>
          <p:cNvPr id="80" name="Google Shape;80;p19"/>
          <p:cNvSpPr/>
          <p:nvPr/>
        </p:nvSpPr>
        <p:spPr>
          <a:xfrm>
            <a:off x="0" y="0"/>
            <a:ext cx="3078900" cy="6858000"/>
          </a:xfrm>
          <a:prstGeom prst="rect">
            <a:avLst/>
          </a:prstGeom>
          <a:solidFill>
            <a:srgbClr val="3896D2"/>
          </a:solidFill>
          <a:ln>
            <a:noFill/>
          </a:ln>
          <a:effectLst>
            <a:outerShdw blurRad="38100" rotWithShape="0" dir="5400000" dist="25400">
              <a:srgbClr val="000000">
                <a:alpha val="40784"/>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81" name="Google Shape;81;p19"/>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82" name="Google Shape;82;p19"/>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83" name="Google Shape;83;p1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84" name="Shape 84"/>
        <p:cNvGrpSpPr/>
        <p:nvPr/>
      </p:nvGrpSpPr>
      <p:grpSpPr>
        <a:xfrm>
          <a:off x="0" y="0"/>
          <a:ext cx="0" cy="0"/>
          <a:chOff x="0" y="0"/>
          <a:chExt cx="0" cy="0"/>
        </a:xfrm>
      </p:grpSpPr>
      <p:sp>
        <p:nvSpPr>
          <p:cNvPr id="85" name="Google Shape;85;p20"/>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6" name="Google Shape;86;p20"/>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87" name="Google Shape;87;p20"/>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88" name="Google Shape;88;p20"/>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89" name="Google Shape;89;p20"/>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0" name="Google Shape;90;p2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91" name="Shape 91"/>
        <p:cNvGrpSpPr/>
        <p:nvPr/>
      </p:nvGrpSpPr>
      <p:grpSpPr>
        <a:xfrm>
          <a:off x="0" y="0"/>
          <a:ext cx="0" cy="0"/>
          <a:chOff x="0" y="0"/>
          <a:chExt cx="0" cy="0"/>
        </a:xfrm>
      </p:grpSpPr>
      <p:sp>
        <p:nvSpPr>
          <p:cNvPr id="92" name="Google Shape;92;p21"/>
          <p:cNvSpPr/>
          <p:nvPr/>
        </p:nvSpPr>
        <p:spPr>
          <a:xfrm>
            <a:off x="6113200" y="0"/>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93" name="Google Shape;93;p21"/>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94" name="Google Shape;94;p21"/>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95" name="Google Shape;95;p21"/>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lt1"/>
              </a:buClr>
              <a:buSzPts val="3500"/>
              <a:buFont typeface="Fira Sans"/>
              <a:buChar char="■"/>
              <a:defRPr sz="3500">
                <a:solidFill>
                  <a:schemeClr val="lt1"/>
                </a:solidFill>
                <a:latin typeface="Fira Sans"/>
                <a:ea typeface="Fira Sans"/>
                <a:cs typeface="Fira Sans"/>
                <a:sym typeface="Fira Sans"/>
              </a:defRPr>
            </a:lvl9pPr>
          </a:lstStyle>
          <a:p/>
        </p:txBody>
      </p:sp>
      <p:sp>
        <p:nvSpPr>
          <p:cNvPr id="96" name="Google Shape;96;p21"/>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9pPr>
          </a:lstStyle>
          <a:p/>
        </p:txBody>
      </p:sp>
      <p:sp>
        <p:nvSpPr>
          <p:cNvPr id="97" name="Google Shape;97;p2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98" name="Shape 98"/>
        <p:cNvGrpSpPr/>
        <p:nvPr/>
      </p:nvGrpSpPr>
      <p:grpSpPr>
        <a:xfrm>
          <a:off x="0" y="0"/>
          <a:ext cx="0" cy="0"/>
          <a:chOff x="0" y="0"/>
          <a:chExt cx="0" cy="0"/>
        </a:xfrm>
      </p:grpSpPr>
      <p:sp>
        <p:nvSpPr>
          <p:cNvPr id="99" name="Google Shape;99;p22"/>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0" name="Google Shape;100;p22"/>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000000"/>
              </a:buClr>
              <a:buSzPts val="4300"/>
              <a:buFont typeface="Fira Sans"/>
              <a:buNone/>
              <a:defRPr sz="4300">
                <a:solidFill>
                  <a:srgbClr val="000000"/>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1" name="Google Shape;101;p22"/>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1pPr>
            <a:lvl2pPr indent="-450850" lvl="1" marL="914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2pPr>
            <a:lvl3pPr indent="-450850" lvl="2" marL="1371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3pPr>
            <a:lvl4pPr indent="-450850" lvl="3" marL="18288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4pPr>
            <a:lvl5pPr indent="-450850" lvl="4" marL="22860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5pPr>
            <a:lvl6pPr indent="-450850" lvl="5" marL="27432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6pPr>
            <a:lvl7pPr indent="-450850" lvl="6" marL="3200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7pPr>
            <a:lvl8pPr indent="-450850" lvl="7" marL="3657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000000"/>
              </a:buClr>
              <a:buSzPts val="3500"/>
              <a:buFont typeface="Fira Sans"/>
              <a:buChar char="■"/>
              <a:defRPr sz="3500">
                <a:solidFill>
                  <a:srgbClr val="000000"/>
                </a:solidFill>
                <a:latin typeface="Fira Sans"/>
                <a:ea typeface="Fira Sans"/>
                <a:cs typeface="Fira Sans"/>
                <a:sym typeface="Fira Sans"/>
              </a:defRPr>
            </a:lvl9pPr>
          </a:lstStyle>
          <a:p/>
        </p:txBody>
      </p:sp>
      <p:sp>
        <p:nvSpPr>
          <p:cNvPr id="102" name="Google Shape;102;p22"/>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dk1"/>
              </a:buClr>
              <a:buSzPts val="3500"/>
              <a:buFont typeface="Fira Sans"/>
              <a:buChar char="■"/>
              <a:defRPr sz="3500">
                <a:solidFill>
                  <a:schemeClr val="dk1"/>
                </a:solidFill>
                <a:latin typeface="Fira Sans"/>
                <a:ea typeface="Fira Sans"/>
                <a:cs typeface="Fira Sans"/>
                <a:sym typeface="Fira Sans"/>
              </a:defRPr>
            </a:lvl9pPr>
          </a:lstStyle>
          <a:p/>
        </p:txBody>
      </p:sp>
      <p:sp>
        <p:nvSpPr>
          <p:cNvPr id="103" name="Google Shape;103;p22"/>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300"/>
              <a:buFont typeface="Fira Sans"/>
              <a:buNone/>
              <a:defRPr sz="4300">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4" name="Google Shape;104;p22"/>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105" name="Shape 105"/>
        <p:cNvGrpSpPr/>
        <p:nvPr/>
      </p:nvGrpSpPr>
      <p:grpSpPr>
        <a:xfrm>
          <a:off x="0" y="0"/>
          <a:ext cx="0" cy="0"/>
          <a:chOff x="0" y="0"/>
          <a:chExt cx="0" cy="0"/>
        </a:xfrm>
      </p:grpSpPr>
      <p:sp>
        <p:nvSpPr>
          <p:cNvPr id="106" name="Google Shape;106;p23"/>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7" name="Google Shape;107;p23"/>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08" name="Google Shape;108;p23"/>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09" name="Google Shape;109;p2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110" name="Shape 110"/>
        <p:cNvGrpSpPr/>
        <p:nvPr/>
      </p:nvGrpSpPr>
      <p:grpSpPr>
        <a:xfrm>
          <a:off x="0" y="0"/>
          <a:ext cx="0" cy="0"/>
          <a:chOff x="0" y="0"/>
          <a:chExt cx="0" cy="0"/>
        </a:xfrm>
      </p:grpSpPr>
      <p:sp>
        <p:nvSpPr>
          <p:cNvPr id="111" name="Google Shape;111;p24"/>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12" name="Google Shape;112;p24"/>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3700"/>
              <a:buNone/>
              <a:defRPr>
                <a:solidFill>
                  <a:srgbClr val="3896D2"/>
                </a:solidFill>
              </a:defRPr>
            </a:lvl2pPr>
            <a:lvl3pPr lvl="2" algn="l">
              <a:lnSpc>
                <a:spcPct val="100000"/>
              </a:lnSpc>
              <a:spcBef>
                <a:spcPts val="0"/>
              </a:spcBef>
              <a:spcAft>
                <a:spcPts val="0"/>
              </a:spcAft>
              <a:buClr>
                <a:srgbClr val="3896D2"/>
              </a:buClr>
              <a:buSzPts val="3700"/>
              <a:buNone/>
              <a:defRPr>
                <a:solidFill>
                  <a:srgbClr val="3896D2"/>
                </a:solidFill>
              </a:defRPr>
            </a:lvl3pPr>
            <a:lvl4pPr lvl="3" algn="l">
              <a:lnSpc>
                <a:spcPct val="100000"/>
              </a:lnSpc>
              <a:spcBef>
                <a:spcPts val="0"/>
              </a:spcBef>
              <a:spcAft>
                <a:spcPts val="0"/>
              </a:spcAft>
              <a:buClr>
                <a:srgbClr val="3896D2"/>
              </a:buClr>
              <a:buSzPts val="3700"/>
              <a:buNone/>
              <a:defRPr>
                <a:solidFill>
                  <a:srgbClr val="3896D2"/>
                </a:solidFill>
              </a:defRPr>
            </a:lvl4pPr>
            <a:lvl5pPr lvl="4" algn="l">
              <a:lnSpc>
                <a:spcPct val="100000"/>
              </a:lnSpc>
              <a:spcBef>
                <a:spcPts val="0"/>
              </a:spcBef>
              <a:spcAft>
                <a:spcPts val="0"/>
              </a:spcAft>
              <a:buClr>
                <a:srgbClr val="3896D2"/>
              </a:buClr>
              <a:buSzPts val="3700"/>
              <a:buNone/>
              <a:defRPr>
                <a:solidFill>
                  <a:srgbClr val="3896D2"/>
                </a:solidFill>
              </a:defRPr>
            </a:lvl5pPr>
            <a:lvl6pPr lvl="5" algn="l">
              <a:lnSpc>
                <a:spcPct val="100000"/>
              </a:lnSpc>
              <a:spcBef>
                <a:spcPts val="0"/>
              </a:spcBef>
              <a:spcAft>
                <a:spcPts val="0"/>
              </a:spcAft>
              <a:buClr>
                <a:srgbClr val="3896D2"/>
              </a:buClr>
              <a:buSzPts val="3700"/>
              <a:buNone/>
              <a:defRPr>
                <a:solidFill>
                  <a:srgbClr val="3896D2"/>
                </a:solidFill>
              </a:defRPr>
            </a:lvl6pPr>
            <a:lvl7pPr lvl="6" algn="l">
              <a:lnSpc>
                <a:spcPct val="100000"/>
              </a:lnSpc>
              <a:spcBef>
                <a:spcPts val="0"/>
              </a:spcBef>
              <a:spcAft>
                <a:spcPts val="0"/>
              </a:spcAft>
              <a:buClr>
                <a:srgbClr val="3896D2"/>
              </a:buClr>
              <a:buSzPts val="3700"/>
              <a:buNone/>
              <a:defRPr>
                <a:solidFill>
                  <a:srgbClr val="3896D2"/>
                </a:solidFill>
              </a:defRPr>
            </a:lvl7pPr>
            <a:lvl8pPr lvl="7" algn="l">
              <a:lnSpc>
                <a:spcPct val="100000"/>
              </a:lnSpc>
              <a:spcBef>
                <a:spcPts val="0"/>
              </a:spcBef>
              <a:spcAft>
                <a:spcPts val="0"/>
              </a:spcAft>
              <a:buClr>
                <a:srgbClr val="3896D2"/>
              </a:buClr>
              <a:buSzPts val="3700"/>
              <a:buNone/>
              <a:defRPr>
                <a:solidFill>
                  <a:srgbClr val="3896D2"/>
                </a:solidFill>
              </a:defRPr>
            </a:lvl8pPr>
            <a:lvl9pPr lvl="8" algn="l">
              <a:lnSpc>
                <a:spcPct val="100000"/>
              </a:lnSpc>
              <a:spcBef>
                <a:spcPts val="0"/>
              </a:spcBef>
              <a:spcAft>
                <a:spcPts val="0"/>
              </a:spcAft>
              <a:buClr>
                <a:srgbClr val="3896D2"/>
              </a:buClr>
              <a:buSzPts val="3700"/>
              <a:buNone/>
              <a:defRPr>
                <a:solidFill>
                  <a:srgbClr val="3896D2"/>
                </a:solidFill>
              </a:defRPr>
            </a:lvl9pPr>
          </a:lstStyle>
          <a:p/>
        </p:txBody>
      </p:sp>
      <p:sp>
        <p:nvSpPr>
          <p:cNvPr id="113" name="Google Shape;113;p24"/>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p2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115" name="Shape 115"/>
        <p:cNvGrpSpPr/>
        <p:nvPr/>
      </p:nvGrpSpPr>
      <p:grpSpPr>
        <a:xfrm>
          <a:off x="0" y="0"/>
          <a:ext cx="0" cy="0"/>
          <a:chOff x="0" y="0"/>
          <a:chExt cx="0" cy="0"/>
        </a:xfrm>
      </p:grpSpPr>
      <p:sp>
        <p:nvSpPr>
          <p:cNvPr id="116" name="Google Shape;116;p2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117" name="Shape 117"/>
        <p:cNvGrpSpPr/>
        <p:nvPr/>
      </p:nvGrpSpPr>
      <p:grpSpPr>
        <a:xfrm>
          <a:off x="0" y="0"/>
          <a:ext cx="0" cy="0"/>
          <a:chOff x="0" y="0"/>
          <a:chExt cx="0" cy="0"/>
        </a:xfrm>
      </p:grpSpPr>
      <p:sp>
        <p:nvSpPr>
          <p:cNvPr id="118" name="Google Shape;118;p26"/>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19" name="Shape 119"/>
        <p:cNvGrpSpPr/>
        <p:nvPr/>
      </p:nvGrpSpPr>
      <p:grpSpPr>
        <a:xfrm>
          <a:off x="0" y="0"/>
          <a:ext cx="0" cy="0"/>
          <a:chOff x="0" y="0"/>
          <a:chExt cx="0" cy="0"/>
        </a:xfrm>
      </p:grpSpPr>
      <p:sp>
        <p:nvSpPr>
          <p:cNvPr id="120" name="Google Shape;120;p2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Font typeface="Fira Sans"/>
              <a:buNone/>
              <a:defRPr sz="6900">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21" name="Google Shape;121;p2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Font typeface="Fira Sans"/>
              <a:buNone/>
              <a:defRPr sz="3700">
                <a:latin typeface="Fira Sans"/>
                <a:ea typeface="Fira Sans"/>
                <a:cs typeface="Fira Sans"/>
                <a:sym typeface="Fira Sans"/>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22" name="Google Shape;122;p2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123" name="Shape 123"/>
        <p:cNvGrpSpPr/>
        <p:nvPr/>
      </p:nvGrpSpPr>
      <p:grpSpPr>
        <a:xfrm>
          <a:off x="0" y="0"/>
          <a:ext cx="0" cy="0"/>
          <a:chOff x="0" y="0"/>
          <a:chExt cx="0" cy="0"/>
        </a:xfrm>
      </p:grpSpPr>
      <p:sp>
        <p:nvSpPr>
          <p:cNvPr id="124" name="Google Shape;124;p28"/>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25" name="Google Shape;125;p28"/>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126" name="Google Shape;126;p28"/>
          <p:cNvSpPr txBox="1"/>
          <p:nvPr>
            <p:ph idx="12" type="sldNum"/>
          </p:nvPr>
        </p:nvSpPr>
        <p:spPr>
          <a:xfrm>
            <a:off x="11296611" y="621762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5">
    <p:spTree>
      <p:nvGrpSpPr>
        <p:cNvPr id="127" name="Shape 127"/>
        <p:cNvGrpSpPr/>
        <p:nvPr/>
      </p:nvGrpSpPr>
      <p:grpSpPr>
        <a:xfrm>
          <a:off x="0" y="0"/>
          <a:ext cx="0" cy="0"/>
          <a:chOff x="0" y="0"/>
          <a:chExt cx="0" cy="0"/>
        </a:xfrm>
      </p:grpSpPr>
      <p:sp>
        <p:nvSpPr>
          <p:cNvPr id="128" name="Google Shape;128;p2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29" name="Google Shape;129;p2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30" name="Google Shape;130;p29"/>
          <p:cNvSpPr txBox="1"/>
          <p:nvPr>
            <p:ph idx="12" type="sldNum"/>
          </p:nvPr>
        </p:nvSpPr>
        <p:spPr>
          <a:xfrm>
            <a:off x="-2" y="6271500"/>
            <a:ext cx="6060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6">
    <p:spTree>
      <p:nvGrpSpPr>
        <p:cNvPr id="131" name="Shape 131"/>
        <p:cNvGrpSpPr/>
        <p:nvPr/>
      </p:nvGrpSpPr>
      <p:grpSpPr>
        <a:xfrm>
          <a:off x="0" y="0"/>
          <a:ext cx="0" cy="0"/>
          <a:chOff x="0" y="0"/>
          <a:chExt cx="0" cy="0"/>
        </a:xfrm>
      </p:grpSpPr>
      <p:sp>
        <p:nvSpPr>
          <p:cNvPr id="132" name="Google Shape;132;p30"/>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133" name="Google Shape;133;p30"/>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134" name="Google Shape;134;p30"/>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a:bodyPr>
          <a:lstStyle>
            <a:lvl1pPr indent="0" lvl="0"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7">
    <p:spTree>
      <p:nvGrpSpPr>
        <p:cNvPr id="135" name="Shape 135"/>
        <p:cNvGrpSpPr/>
        <p:nvPr/>
      </p:nvGrpSpPr>
      <p:grpSpPr>
        <a:xfrm>
          <a:off x="0" y="0"/>
          <a:ext cx="0" cy="0"/>
          <a:chOff x="0" y="0"/>
          <a:chExt cx="0" cy="0"/>
        </a:xfrm>
      </p:grpSpPr>
      <p:sp>
        <p:nvSpPr>
          <p:cNvPr id="136" name="Google Shape;136;p31"/>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137" name="Google Shape;137;p31"/>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138" name="Google Shape;138;p31"/>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a:bodyPr>
          <a:lstStyle>
            <a:lvl1pPr indent="0" lvl="0"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8">
    <p:spTree>
      <p:nvGrpSpPr>
        <p:cNvPr id="139" name="Shape 139"/>
        <p:cNvGrpSpPr/>
        <p:nvPr/>
      </p:nvGrpSpPr>
      <p:grpSpPr>
        <a:xfrm>
          <a:off x="0" y="0"/>
          <a:ext cx="0" cy="0"/>
          <a:chOff x="0" y="0"/>
          <a:chExt cx="0" cy="0"/>
        </a:xfrm>
      </p:grpSpPr>
      <p:sp>
        <p:nvSpPr>
          <p:cNvPr id="140" name="Google Shape;140;p32"/>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300"/>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41" name="Google Shape;141;p32"/>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50000"/>
              </a:lnSpc>
              <a:spcBef>
                <a:spcPts val="0"/>
              </a:spcBef>
              <a:spcAft>
                <a:spcPts val="0"/>
              </a:spcAft>
              <a:buClr>
                <a:schemeClr val="dk1"/>
              </a:buClr>
              <a:buSzPts val="2400"/>
              <a:buFont typeface="Fira Sans"/>
              <a:buAutoNum type="arabicPeriod"/>
              <a:defRPr sz="2700">
                <a:solidFill>
                  <a:schemeClr val="dk1"/>
                </a:solidFill>
                <a:latin typeface="Fira Sans"/>
                <a:ea typeface="Fira Sans"/>
                <a:cs typeface="Fira Sans"/>
                <a:sym typeface="Fira Sans"/>
              </a:defRPr>
            </a:lvl1pPr>
            <a:lvl2pPr indent="-349250" lvl="1" marL="9144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2pPr>
            <a:lvl3pPr indent="-349250" lvl="2" marL="13716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3pPr>
            <a:lvl4pPr indent="-349250" lvl="3" marL="18288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4pPr>
            <a:lvl5pPr indent="-349250" lvl="4" marL="22860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5pPr>
            <a:lvl6pPr indent="-349250" lvl="5" marL="27432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6pPr>
            <a:lvl7pPr indent="-349250" lvl="6" marL="32004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7pPr>
            <a:lvl8pPr indent="-349250" lvl="7" marL="36576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8pPr>
            <a:lvl9pPr indent="-349250" lvl="8" marL="4114800" algn="l">
              <a:lnSpc>
                <a:spcPct val="115000"/>
              </a:lnSpc>
              <a:spcBef>
                <a:spcPts val="2100"/>
              </a:spcBef>
              <a:spcAft>
                <a:spcPts val="2100"/>
              </a:spcAft>
              <a:buClr>
                <a:schemeClr val="dk1"/>
              </a:buClr>
              <a:buSzPts val="1900"/>
              <a:buFont typeface="Fira Sans"/>
              <a:buAutoNum type="romanLcPeriod"/>
              <a:defRPr>
                <a:solidFill>
                  <a:schemeClr val="dk1"/>
                </a:solidFill>
                <a:latin typeface="Fira Sans"/>
                <a:ea typeface="Fira Sans"/>
                <a:cs typeface="Fira Sans"/>
                <a:sym typeface="Fira Sans"/>
              </a:defRPr>
            </a:lvl9pPr>
          </a:lstStyle>
          <a:p/>
        </p:txBody>
      </p:sp>
      <p:sp>
        <p:nvSpPr>
          <p:cNvPr id="142" name="Google Shape;142;p32"/>
          <p:cNvSpPr txBox="1"/>
          <p:nvPr>
            <p:ph idx="12" type="sldNum"/>
          </p:nvPr>
        </p:nvSpPr>
        <p:spPr>
          <a:xfrm>
            <a:off x="11460400" y="1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9">
    <p:spTree>
      <p:nvGrpSpPr>
        <p:cNvPr id="143" name="Shape 143"/>
        <p:cNvGrpSpPr/>
        <p:nvPr/>
      </p:nvGrpSpPr>
      <p:grpSpPr>
        <a:xfrm>
          <a:off x="0" y="0"/>
          <a:ext cx="0" cy="0"/>
          <a:chOff x="0" y="0"/>
          <a:chExt cx="0" cy="0"/>
        </a:xfrm>
      </p:grpSpPr>
      <p:sp>
        <p:nvSpPr>
          <p:cNvPr id="144" name="Google Shape;144;p3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45" name="Google Shape;145;p3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146" name="Google Shape;146;p3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147" name="Shape 147"/>
        <p:cNvGrpSpPr/>
        <p:nvPr/>
      </p:nvGrpSpPr>
      <p:grpSpPr>
        <a:xfrm>
          <a:off x="0" y="0"/>
          <a:ext cx="0" cy="0"/>
          <a:chOff x="0" y="0"/>
          <a:chExt cx="0" cy="0"/>
        </a:xfrm>
      </p:grpSpPr>
      <p:sp>
        <p:nvSpPr>
          <p:cNvPr id="148" name="Google Shape;148;p34"/>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149" name="Google Shape;149;p34"/>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150" name="Google Shape;150;p34"/>
          <p:cNvSpPr txBox="1"/>
          <p:nvPr>
            <p:ph idx="12" type="sldNum"/>
          </p:nvPr>
        </p:nvSpPr>
        <p:spPr>
          <a:xfrm>
            <a:off x="11296610" y="6217622"/>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1">
  <p:cSld name="SECTION_HEADER_1_1_1_1_1">
    <p:bg>
      <p:bgPr>
        <a:blipFill>
          <a:blip r:embed="rId2">
            <a:alphaModFix/>
          </a:blip>
          <a:stretch>
            <a:fillRect/>
          </a:stretch>
        </a:blipFill>
      </p:bgPr>
    </p:bg>
    <p:spTree>
      <p:nvGrpSpPr>
        <p:cNvPr id="151" name="Shape 151"/>
        <p:cNvGrpSpPr/>
        <p:nvPr/>
      </p:nvGrpSpPr>
      <p:grpSpPr>
        <a:xfrm>
          <a:off x="0" y="0"/>
          <a:ext cx="0" cy="0"/>
          <a:chOff x="0" y="0"/>
          <a:chExt cx="0" cy="0"/>
        </a:xfrm>
      </p:grpSpPr>
      <p:pic>
        <p:nvPicPr>
          <p:cNvPr id="152" name="Google Shape;152;p35" title="logo.png"/>
          <p:cNvPicPr preferRelativeResize="0"/>
          <p:nvPr/>
        </p:nvPicPr>
        <p:blipFill rotWithShape="1">
          <a:blip r:embed="rId3">
            <a:alphaModFix/>
          </a:blip>
          <a:srcRect b="0" l="0" r="0" t="0"/>
          <a:stretch/>
        </p:blipFill>
        <p:spPr>
          <a:xfrm>
            <a:off x="5489070" y="5971023"/>
            <a:ext cx="1213866" cy="277433"/>
          </a:xfrm>
          <a:prstGeom prst="rect">
            <a:avLst/>
          </a:prstGeom>
          <a:noFill/>
          <a:ln>
            <a:noFill/>
          </a:ln>
        </p:spPr>
      </p:pic>
    </p:spTree>
  </p:cSld>
  <p:clrMapOvr>
    <a:masterClrMapping/>
  </p:clrMapOvr>
  <p:extLst>
    <p:ext uri="{DCECCB84-F9BA-43D5-87BE-67443E8EF086}">
      <p15:sldGuideLst>
        <p15:guide id="1" pos="241">
          <p15:clr>
            <a:srgbClr val="E46962"/>
          </p15:clr>
        </p15:guide>
        <p15:guide id="2" orient="horz" pos="235">
          <p15:clr>
            <a:srgbClr val="E46962"/>
          </p15:clr>
        </p15:guide>
        <p15:guide id="3" pos="7439">
          <p15:clr>
            <a:srgbClr val="E46962"/>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58" name="Shape 158"/>
        <p:cNvGrpSpPr/>
        <p:nvPr/>
      </p:nvGrpSpPr>
      <p:grpSpPr>
        <a:xfrm>
          <a:off x="0" y="0"/>
          <a:ext cx="0" cy="0"/>
          <a:chOff x="0" y="0"/>
          <a:chExt cx="0" cy="0"/>
        </a:xfrm>
      </p:grpSpPr>
      <p:sp>
        <p:nvSpPr>
          <p:cNvPr id="159" name="Google Shape;159;p37"/>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0" name="Google Shape;160;p3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2100"/>
              </a:spcAft>
              <a:buClr>
                <a:schemeClr val="dk1"/>
              </a:buClr>
              <a:buSzPts val="1600"/>
              <a:buNone/>
              <a:defRPr sz="1600"/>
            </a:lvl9pPr>
          </a:lstStyle>
          <a:p/>
        </p:txBody>
      </p:sp>
      <p:sp>
        <p:nvSpPr>
          <p:cNvPr id="161" name="Google Shape;161;p37"/>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2" name="Google Shape;162;p37"/>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3" name="Google Shape;163;p37"/>
          <p:cNvSpPr txBox="1"/>
          <p:nvPr>
            <p:ph idx="12" type="sldNum"/>
          </p:nvPr>
        </p:nvSpPr>
        <p:spPr>
          <a:xfrm>
            <a:off x="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164" name="Shape 164"/>
        <p:cNvGrpSpPr/>
        <p:nvPr/>
      </p:nvGrpSpPr>
      <p:grpSpPr>
        <a:xfrm>
          <a:off x="0" y="0"/>
          <a:ext cx="0" cy="0"/>
          <a:chOff x="0" y="0"/>
          <a:chExt cx="0" cy="0"/>
        </a:xfrm>
      </p:grpSpPr>
      <p:sp>
        <p:nvSpPr>
          <p:cNvPr id="165" name="Google Shape;165;p3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66" name="Google Shape;166;p3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2100"/>
              </a:spcAft>
              <a:buClr>
                <a:schemeClr val="dk1"/>
              </a:buClr>
              <a:buSzPts val="1800"/>
              <a:buChar char="■"/>
              <a:defRPr/>
            </a:lvl9pPr>
          </a:lstStyle>
          <a:p/>
        </p:txBody>
      </p:sp>
      <p:sp>
        <p:nvSpPr>
          <p:cNvPr id="167" name="Google Shape;167;p3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8" name="Google Shape;168;p3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9" name="Google Shape;169;p3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170" name="Shape 170"/>
        <p:cNvGrpSpPr/>
        <p:nvPr/>
      </p:nvGrpSpPr>
      <p:grpSpPr>
        <a:xfrm>
          <a:off x="0" y="0"/>
          <a:ext cx="0" cy="0"/>
          <a:chOff x="0" y="0"/>
          <a:chExt cx="0" cy="0"/>
        </a:xfrm>
      </p:grpSpPr>
      <p:sp>
        <p:nvSpPr>
          <p:cNvPr id="171" name="Google Shape;171;p39"/>
          <p:cNvSpPr txBox="1"/>
          <p:nvPr>
            <p:ph type="ctrTitle"/>
          </p:nvPr>
        </p:nvSpPr>
        <p:spPr>
          <a:xfrm>
            <a:off x="942200" y="548567"/>
            <a:ext cx="10307700" cy="17163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Clr>
                <a:schemeClr val="lt1"/>
              </a:buClr>
              <a:buSzPts val="8000"/>
              <a:buFont typeface="Fira Sans"/>
              <a:buNone/>
              <a:defRPr b="1" sz="8000">
                <a:solidFill>
                  <a:schemeClr val="lt1"/>
                </a:solidFill>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pic>
        <p:nvPicPr>
          <p:cNvPr id="172" name="Google Shape;172;p39"/>
          <p:cNvPicPr preferRelativeResize="0"/>
          <p:nvPr/>
        </p:nvPicPr>
        <p:blipFill rotWithShape="1">
          <a:blip r:embed="rId2">
            <a:alphaModFix/>
          </a:blip>
          <a:srcRect b="0" l="0" r="0" t="0"/>
          <a:stretch/>
        </p:blipFill>
        <p:spPr>
          <a:xfrm>
            <a:off x="1734133" y="2478600"/>
            <a:ext cx="8723733" cy="1900800"/>
          </a:xfrm>
          <a:prstGeom prst="rect">
            <a:avLst/>
          </a:prstGeom>
          <a:noFill/>
          <a:ln>
            <a:noFill/>
          </a:ln>
        </p:spPr>
      </p:pic>
      <p:sp>
        <p:nvSpPr>
          <p:cNvPr id="173" name="Google Shape;173;p39"/>
          <p:cNvSpPr txBox="1"/>
          <p:nvPr/>
        </p:nvSpPr>
        <p:spPr>
          <a:xfrm>
            <a:off x="2017267" y="5007733"/>
            <a:ext cx="8440500" cy="12099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4" name="Google Shape;174;p3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175" name="Shape 175"/>
        <p:cNvGrpSpPr/>
        <p:nvPr/>
      </p:nvGrpSpPr>
      <p:grpSpPr>
        <a:xfrm>
          <a:off x="0" y="0"/>
          <a:ext cx="0" cy="0"/>
          <a:chOff x="0" y="0"/>
          <a:chExt cx="0" cy="0"/>
        </a:xfrm>
      </p:grpSpPr>
      <p:sp>
        <p:nvSpPr>
          <p:cNvPr id="176" name="Google Shape;176;p4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Font typeface="Fira Sans"/>
              <a:buNone/>
              <a:defRPr>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77" name="Google Shape;177;p40"/>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Font typeface="Fira Sans"/>
              <a:buChar char="●"/>
              <a:defRPr>
                <a:latin typeface="Fira Sans"/>
                <a:ea typeface="Fira Sans"/>
                <a:cs typeface="Fira Sans"/>
                <a:sym typeface="Fira Sans"/>
              </a:defRPr>
            </a:lvl1pPr>
            <a:lvl2pPr indent="-349250" lvl="1" marL="914400" algn="l">
              <a:lnSpc>
                <a:spcPct val="115000"/>
              </a:lnSpc>
              <a:spcBef>
                <a:spcPts val="2100"/>
              </a:spcBef>
              <a:spcAft>
                <a:spcPts val="0"/>
              </a:spcAft>
              <a:buSzPts val="1900"/>
              <a:buFont typeface="Fira Sans"/>
              <a:buChar char="○"/>
              <a:defRPr>
                <a:latin typeface="Fira Sans"/>
                <a:ea typeface="Fira Sans"/>
                <a:cs typeface="Fira Sans"/>
                <a:sym typeface="Fira Sans"/>
              </a:defRPr>
            </a:lvl2pPr>
            <a:lvl3pPr indent="-349250" lvl="2" marL="1371600" algn="l">
              <a:lnSpc>
                <a:spcPct val="115000"/>
              </a:lnSpc>
              <a:spcBef>
                <a:spcPts val="2100"/>
              </a:spcBef>
              <a:spcAft>
                <a:spcPts val="0"/>
              </a:spcAft>
              <a:buSzPts val="1900"/>
              <a:buFont typeface="Fira Sans"/>
              <a:buChar char="■"/>
              <a:defRPr>
                <a:latin typeface="Fira Sans"/>
                <a:ea typeface="Fira Sans"/>
                <a:cs typeface="Fira Sans"/>
                <a:sym typeface="Fira Sans"/>
              </a:defRPr>
            </a:lvl3pPr>
            <a:lvl4pPr indent="-349250" lvl="3" marL="1828800" algn="l">
              <a:lnSpc>
                <a:spcPct val="115000"/>
              </a:lnSpc>
              <a:spcBef>
                <a:spcPts val="2100"/>
              </a:spcBef>
              <a:spcAft>
                <a:spcPts val="0"/>
              </a:spcAft>
              <a:buSzPts val="1900"/>
              <a:buFont typeface="Fira Sans"/>
              <a:buChar char="●"/>
              <a:defRPr>
                <a:latin typeface="Fira Sans"/>
                <a:ea typeface="Fira Sans"/>
                <a:cs typeface="Fira Sans"/>
                <a:sym typeface="Fira Sans"/>
              </a:defRPr>
            </a:lvl4pPr>
            <a:lvl5pPr indent="-349250" lvl="4" marL="2286000" algn="l">
              <a:lnSpc>
                <a:spcPct val="115000"/>
              </a:lnSpc>
              <a:spcBef>
                <a:spcPts val="2100"/>
              </a:spcBef>
              <a:spcAft>
                <a:spcPts val="0"/>
              </a:spcAft>
              <a:buSzPts val="1900"/>
              <a:buFont typeface="Fira Sans"/>
              <a:buChar char="○"/>
              <a:defRPr>
                <a:latin typeface="Fira Sans"/>
                <a:ea typeface="Fira Sans"/>
                <a:cs typeface="Fira Sans"/>
                <a:sym typeface="Fira Sans"/>
              </a:defRPr>
            </a:lvl5pPr>
            <a:lvl6pPr indent="-349250" lvl="5" marL="2743200" algn="l">
              <a:lnSpc>
                <a:spcPct val="115000"/>
              </a:lnSpc>
              <a:spcBef>
                <a:spcPts val="2100"/>
              </a:spcBef>
              <a:spcAft>
                <a:spcPts val="0"/>
              </a:spcAft>
              <a:buSzPts val="1900"/>
              <a:buFont typeface="Fira Sans"/>
              <a:buChar char="■"/>
              <a:defRPr>
                <a:latin typeface="Fira Sans"/>
                <a:ea typeface="Fira Sans"/>
                <a:cs typeface="Fira Sans"/>
                <a:sym typeface="Fira Sans"/>
              </a:defRPr>
            </a:lvl6pPr>
            <a:lvl7pPr indent="-349250" lvl="6" marL="3200400" algn="l">
              <a:lnSpc>
                <a:spcPct val="115000"/>
              </a:lnSpc>
              <a:spcBef>
                <a:spcPts val="2100"/>
              </a:spcBef>
              <a:spcAft>
                <a:spcPts val="0"/>
              </a:spcAft>
              <a:buSzPts val="1900"/>
              <a:buFont typeface="Fira Sans"/>
              <a:buChar char="●"/>
              <a:defRPr>
                <a:latin typeface="Fira Sans"/>
                <a:ea typeface="Fira Sans"/>
                <a:cs typeface="Fira Sans"/>
                <a:sym typeface="Fira Sans"/>
              </a:defRPr>
            </a:lvl7pPr>
            <a:lvl8pPr indent="-349250" lvl="7" marL="3657600" algn="l">
              <a:lnSpc>
                <a:spcPct val="115000"/>
              </a:lnSpc>
              <a:spcBef>
                <a:spcPts val="2100"/>
              </a:spcBef>
              <a:spcAft>
                <a:spcPts val="0"/>
              </a:spcAft>
              <a:buSzPts val="1900"/>
              <a:buFont typeface="Fira Sans"/>
              <a:buChar char="○"/>
              <a:defRPr>
                <a:latin typeface="Fira Sans"/>
                <a:ea typeface="Fira Sans"/>
                <a:cs typeface="Fira Sans"/>
                <a:sym typeface="Fira Sans"/>
              </a:defRPr>
            </a:lvl8pPr>
            <a:lvl9pPr indent="-349250" lvl="8" marL="4114800" algn="l">
              <a:lnSpc>
                <a:spcPct val="115000"/>
              </a:lnSpc>
              <a:spcBef>
                <a:spcPts val="2100"/>
              </a:spcBef>
              <a:spcAft>
                <a:spcPts val="2100"/>
              </a:spcAft>
              <a:buSzPts val="1900"/>
              <a:buFont typeface="Fira Sans"/>
              <a:buChar char="■"/>
              <a:defRPr>
                <a:latin typeface="Fira Sans"/>
                <a:ea typeface="Fira Sans"/>
                <a:cs typeface="Fira Sans"/>
                <a:sym typeface="Fira Sans"/>
              </a:defRPr>
            </a:lvl9pPr>
          </a:lstStyle>
          <a:p/>
        </p:txBody>
      </p:sp>
      <p:sp>
        <p:nvSpPr>
          <p:cNvPr id="178" name="Google Shape;178;p40"/>
          <p:cNvSpPr txBox="1"/>
          <p:nvPr>
            <p:ph idx="12" type="sldNum"/>
          </p:nvPr>
        </p:nvSpPr>
        <p:spPr>
          <a:xfrm>
            <a:off x="85244" y="6271489"/>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type="tx">
  <p:cSld name="TITLE_AND_BODY">
    <p:spTree>
      <p:nvGrpSpPr>
        <p:cNvPr id="179" name="Shape 179"/>
        <p:cNvGrpSpPr/>
        <p:nvPr/>
      </p:nvGrpSpPr>
      <p:grpSpPr>
        <a:xfrm>
          <a:off x="0" y="0"/>
          <a:ext cx="0" cy="0"/>
          <a:chOff x="0" y="0"/>
          <a:chExt cx="0" cy="0"/>
        </a:xfrm>
      </p:grpSpPr>
      <p:sp>
        <p:nvSpPr>
          <p:cNvPr id="180" name="Google Shape;180;p41"/>
          <p:cNvSpPr/>
          <p:nvPr/>
        </p:nvSpPr>
        <p:spPr>
          <a:xfrm>
            <a:off x="0" y="0"/>
            <a:ext cx="3078900" cy="6858000"/>
          </a:xfrm>
          <a:prstGeom prst="rect">
            <a:avLst/>
          </a:prstGeom>
          <a:solidFill>
            <a:srgbClr val="3896D2"/>
          </a:solidFill>
          <a:ln>
            <a:noFill/>
          </a:ln>
          <a:effectLst>
            <a:outerShdw blurRad="38100" rotWithShape="0" dir="5400000" dist="25400">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181" name="Google Shape;181;p41"/>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182" name="Google Shape;182;p41"/>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183" name="Google Shape;183;p4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86" name="Google Shape;186;p42"/>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87" name="Google Shape;187;p42"/>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188" name="Google Shape;188;p42"/>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189" name="Shape 189"/>
        <p:cNvGrpSpPr/>
        <p:nvPr/>
      </p:nvGrpSpPr>
      <p:grpSpPr>
        <a:xfrm>
          <a:off x="0" y="0"/>
          <a:ext cx="0" cy="0"/>
          <a:chOff x="0" y="0"/>
          <a:chExt cx="0" cy="0"/>
        </a:xfrm>
      </p:grpSpPr>
      <p:sp>
        <p:nvSpPr>
          <p:cNvPr id="190" name="Google Shape;190;p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3700"/>
              <a:buNone/>
              <a:defRPr b="1"/>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191" name="Google Shape;191;p43"/>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192" name="Google Shape;192;p43"/>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193" name="Shape 193"/>
        <p:cNvGrpSpPr/>
        <p:nvPr/>
      </p:nvGrpSpPr>
      <p:grpSpPr>
        <a:xfrm>
          <a:off x="0" y="0"/>
          <a:ext cx="0" cy="0"/>
          <a:chOff x="0" y="0"/>
          <a:chExt cx="0" cy="0"/>
        </a:xfrm>
      </p:grpSpPr>
      <p:sp>
        <p:nvSpPr>
          <p:cNvPr id="194" name="Google Shape;194;p4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195" name="Shape 195"/>
        <p:cNvGrpSpPr/>
        <p:nvPr/>
      </p:nvGrpSpPr>
      <p:grpSpPr>
        <a:xfrm>
          <a:off x="0" y="0"/>
          <a:ext cx="0" cy="0"/>
          <a:chOff x="0" y="0"/>
          <a:chExt cx="0" cy="0"/>
        </a:xfrm>
      </p:grpSpPr>
      <p:sp>
        <p:nvSpPr>
          <p:cNvPr id="196" name="Google Shape;196;p45"/>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97" name="Google Shape;197;p4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8" name="Shape 198"/>
        <p:cNvGrpSpPr/>
        <p:nvPr/>
      </p:nvGrpSpPr>
      <p:grpSpPr>
        <a:xfrm>
          <a:off x="0" y="0"/>
          <a:ext cx="0" cy="0"/>
          <a:chOff x="0" y="0"/>
          <a:chExt cx="0" cy="0"/>
        </a:xfrm>
      </p:grpSpPr>
      <p:sp>
        <p:nvSpPr>
          <p:cNvPr id="199" name="Google Shape;199;p46"/>
          <p:cNvSpPr txBox="1"/>
          <p:nvPr>
            <p:ph type="title"/>
          </p:nvPr>
        </p:nvSpPr>
        <p:spPr>
          <a:xfrm>
            <a:off x="961232" y="123899"/>
            <a:ext cx="10269600" cy="345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000"/>
              <a:buNone/>
              <a:defRPr b="0" i="0" sz="2100">
                <a:solidFill>
                  <a:schemeClr val="dk1"/>
                </a:solidFill>
                <a:latin typeface="Verdana"/>
                <a:ea typeface="Verdana"/>
                <a:cs typeface="Verdana"/>
                <a:sym typeface="Verdana"/>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200" name="Google Shape;200;p46"/>
          <p:cNvSpPr txBox="1"/>
          <p:nvPr>
            <p:ph idx="1" type="body"/>
          </p:nvPr>
        </p:nvSpPr>
        <p:spPr>
          <a:xfrm>
            <a:off x="1182979" y="1374478"/>
            <a:ext cx="9825900" cy="38658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2400"/>
              <a:buNone/>
              <a:defRPr b="0" i="0">
                <a:solidFill>
                  <a:schemeClr val="dk1"/>
                </a:solidFill>
              </a:defRPr>
            </a:lvl1pPr>
            <a:lvl2pPr indent="-228600" lvl="1" marL="914400" algn="l">
              <a:lnSpc>
                <a:spcPct val="115000"/>
              </a:lnSpc>
              <a:spcBef>
                <a:spcPts val="1600"/>
              </a:spcBef>
              <a:spcAft>
                <a:spcPts val="0"/>
              </a:spcAft>
              <a:buSzPts val="1900"/>
              <a:buNone/>
              <a:defRPr/>
            </a:lvl2pPr>
            <a:lvl3pPr indent="-228600" lvl="2" marL="1371600" algn="l">
              <a:lnSpc>
                <a:spcPct val="115000"/>
              </a:lnSpc>
              <a:spcBef>
                <a:spcPts val="1600"/>
              </a:spcBef>
              <a:spcAft>
                <a:spcPts val="0"/>
              </a:spcAft>
              <a:buSzPts val="1900"/>
              <a:buNone/>
              <a:defRPr/>
            </a:lvl3pPr>
            <a:lvl4pPr indent="-228600" lvl="3" marL="1828800" algn="l">
              <a:lnSpc>
                <a:spcPct val="115000"/>
              </a:lnSpc>
              <a:spcBef>
                <a:spcPts val="1600"/>
              </a:spcBef>
              <a:spcAft>
                <a:spcPts val="0"/>
              </a:spcAft>
              <a:buSzPts val="1900"/>
              <a:buNone/>
              <a:defRPr/>
            </a:lvl4pPr>
            <a:lvl5pPr indent="-228600" lvl="4" marL="2286000" algn="l">
              <a:lnSpc>
                <a:spcPct val="115000"/>
              </a:lnSpc>
              <a:spcBef>
                <a:spcPts val="1600"/>
              </a:spcBef>
              <a:spcAft>
                <a:spcPts val="0"/>
              </a:spcAft>
              <a:buSzPts val="1900"/>
              <a:buNone/>
              <a:defRPr/>
            </a:lvl5pPr>
            <a:lvl6pPr indent="-228600" lvl="5" marL="2743200" algn="l">
              <a:lnSpc>
                <a:spcPct val="115000"/>
              </a:lnSpc>
              <a:spcBef>
                <a:spcPts val="1600"/>
              </a:spcBef>
              <a:spcAft>
                <a:spcPts val="0"/>
              </a:spcAft>
              <a:buSzPts val="1900"/>
              <a:buNone/>
              <a:defRPr/>
            </a:lvl6pPr>
            <a:lvl7pPr indent="-228600" lvl="6" marL="3200400" algn="l">
              <a:lnSpc>
                <a:spcPct val="115000"/>
              </a:lnSpc>
              <a:spcBef>
                <a:spcPts val="1600"/>
              </a:spcBef>
              <a:spcAft>
                <a:spcPts val="0"/>
              </a:spcAft>
              <a:buSzPts val="1900"/>
              <a:buNone/>
              <a:defRPr/>
            </a:lvl7pPr>
            <a:lvl8pPr indent="-228600" lvl="7" marL="3657600" algn="l">
              <a:lnSpc>
                <a:spcPct val="115000"/>
              </a:lnSpc>
              <a:spcBef>
                <a:spcPts val="1600"/>
              </a:spcBef>
              <a:spcAft>
                <a:spcPts val="0"/>
              </a:spcAft>
              <a:buSzPts val="1900"/>
              <a:buNone/>
              <a:defRPr/>
            </a:lvl8pPr>
            <a:lvl9pPr indent="-228600" lvl="8" marL="4114800" algn="l">
              <a:lnSpc>
                <a:spcPct val="115000"/>
              </a:lnSpc>
              <a:spcBef>
                <a:spcPts val="1600"/>
              </a:spcBef>
              <a:spcAft>
                <a:spcPts val="1600"/>
              </a:spcAft>
              <a:buSzPts val="1900"/>
              <a:buNone/>
              <a:defRPr/>
            </a:lvl9pPr>
          </a:lstStyle>
          <a:p/>
        </p:txBody>
      </p:sp>
      <p:sp>
        <p:nvSpPr>
          <p:cNvPr id="201" name="Google Shape;201;p46"/>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2" name="Google Shape;202;p46"/>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3" name="Google Shape;203;p46"/>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204" name="Shape 204"/>
        <p:cNvGrpSpPr/>
        <p:nvPr/>
      </p:nvGrpSpPr>
      <p:grpSpPr>
        <a:xfrm>
          <a:off x="0" y="0"/>
          <a:ext cx="0" cy="0"/>
          <a:chOff x="0" y="0"/>
          <a:chExt cx="0" cy="0"/>
        </a:xfrm>
      </p:grpSpPr>
      <p:sp>
        <p:nvSpPr>
          <p:cNvPr id="205" name="Google Shape;205;p47"/>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6" name="Google Shape;206;p47"/>
          <p:cNvSpPr txBox="1"/>
          <p:nvPr>
            <p:ph idx="10" type="dt"/>
          </p:nvPr>
        </p:nvSpPr>
        <p:spPr>
          <a:xfrm>
            <a:off x="609600" y="6377940"/>
            <a:ext cx="28041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07" name="Google Shape;207;p47"/>
          <p:cNvSpPr txBox="1"/>
          <p:nvPr>
            <p:ph idx="12" type="sldNum"/>
          </p:nvPr>
        </p:nvSpPr>
        <p:spPr>
          <a:xfrm>
            <a:off x="8778240" y="6377940"/>
            <a:ext cx="28041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800">
              <a:latin typeface="Calibri"/>
              <a:ea typeface="Calibri"/>
              <a:cs typeface="Calibri"/>
              <a:sym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208" name="Shape 208"/>
        <p:cNvGrpSpPr/>
        <p:nvPr/>
      </p:nvGrpSpPr>
      <p:grpSpPr>
        <a:xfrm>
          <a:off x="0" y="0"/>
          <a:ext cx="0" cy="0"/>
          <a:chOff x="0" y="0"/>
          <a:chExt cx="0" cy="0"/>
        </a:xfrm>
      </p:grpSpPr>
      <p:sp>
        <p:nvSpPr>
          <p:cNvPr id="209" name="Google Shape;209;p4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210" name="Shape 210"/>
        <p:cNvGrpSpPr/>
        <p:nvPr/>
      </p:nvGrpSpPr>
      <p:grpSpPr>
        <a:xfrm>
          <a:off x="0" y="0"/>
          <a:ext cx="0" cy="0"/>
          <a:chOff x="0" y="0"/>
          <a:chExt cx="0" cy="0"/>
        </a:xfrm>
      </p:grpSpPr>
      <p:sp>
        <p:nvSpPr>
          <p:cNvPr id="211" name="Google Shape;211;p49"/>
          <p:cNvSpPr txBox="1"/>
          <p:nvPr/>
        </p:nvSpPr>
        <p:spPr>
          <a:xfrm>
            <a:off x="1509800" y="2748300"/>
            <a:ext cx="9172500" cy="1293300"/>
          </a:xfrm>
          <a:prstGeom prst="rect">
            <a:avLst/>
          </a:prstGeom>
          <a:noFill/>
          <a:ln>
            <a:noFill/>
          </a:ln>
        </p:spPr>
        <p:txBody>
          <a:bodyPr anchorCtr="0" anchor="t"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Fira Sans"/>
                <a:ea typeface="Fira Sans"/>
                <a:cs typeface="Fira Sans"/>
                <a:sym typeface="Fira Sans"/>
              </a:rPr>
              <a:t>Thank You!</a:t>
            </a:r>
            <a:endParaRPr b="1" i="0" sz="8000" u="none" cap="none" strike="noStrike">
              <a:solidFill>
                <a:schemeClr val="lt1"/>
              </a:solidFill>
              <a:latin typeface="Fira Sans"/>
              <a:ea typeface="Fira Sans"/>
              <a:cs typeface="Fira Sans"/>
              <a:sym typeface="Fira Sans"/>
            </a:endParaRPr>
          </a:p>
        </p:txBody>
      </p:sp>
      <p:sp>
        <p:nvSpPr>
          <p:cNvPr id="212" name="Google Shape;212;p4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213" name="Shape 213"/>
        <p:cNvGrpSpPr/>
        <p:nvPr/>
      </p:nvGrpSpPr>
      <p:grpSpPr>
        <a:xfrm>
          <a:off x="0" y="0"/>
          <a:ext cx="0" cy="0"/>
          <a:chOff x="0" y="0"/>
          <a:chExt cx="0" cy="0"/>
        </a:xfrm>
      </p:grpSpPr>
      <p:sp>
        <p:nvSpPr>
          <p:cNvPr id="214" name="Google Shape;214;p50"/>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15" name="Google Shape;215;p5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216" name="Shape 216"/>
        <p:cNvGrpSpPr/>
        <p:nvPr/>
      </p:nvGrpSpPr>
      <p:grpSpPr>
        <a:xfrm>
          <a:off x="0" y="0"/>
          <a:ext cx="0" cy="0"/>
          <a:chOff x="0" y="0"/>
          <a:chExt cx="0" cy="0"/>
        </a:xfrm>
      </p:grpSpPr>
      <p:sp>
        <p:nvSpPr>
          <p:cNvPr id="217" name="Google Shape;217;p51"/>
          <p:cNvSpPr txBox="1"/>
          <p:nvPr>
            <p:ph type="title"/>
          </p:nvPr>
        </p:nvSpPr>
        <p:spPr>
          <a:xfrm>
            <a:off x="415600" y="2123600"/>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18" name="Google Shape;218;p51"/>
          <p:cNvSpPr txBox="1"/>
          <p:nvPr>
            <p:ph idx="1" type="subTitle"/>
          </p:nvPr>
        </p:nvSpPr>
        <p:spPr>
          <a:xfrm>
            <a:off x="2795833" y="4866167"/>
            <a:ext cx="6564900" cy="6324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sz="3200">
                <a:solidFill>
                  <a:srgbClr val="000000"/>
                </a:solidFill>
                <a:latin typeface="Fira Sans"/>
                <a:ea typeface="Fira Sans"/>
                <a:cs typeface="Fira Sans"/>
                <a:sym typeface="Fira Sans"/>
              </a:defRPr>
            </a:lvl1pPr>
            <a:lvl2pPr lvl="1" algn="l">
              <a:lnSpc>
                <a:spcPct val="115000"/>
              </a:lnSpc>
              <a:spcBef>
                <a:spcPts val="2100"/>
              </a:spcBef>
              <a:spcAft>
                <a:spcPts val="0"/>
              </a:spcAft>
              <a:buSzPts val="1900"/>
              <a:buNone/>
              <a:defRPr/>
            </a:lvl2pPr>
            <a:lvl3pPr lvl="2" algn="l">
              <a:lnSpc>
                <a:spcPct val="115000"/>
              </a:lnSpc>
              <a:spcBef>
                <a:spcPts val="2100"/>
              </a:spcBef>
              <a:spcAft>
                <a:spcPts val="0"/>
              </a:spcAft>
              <a:buSzPts val="1900"/>
              <a:buNone/>
              <a:defRPr/>
            </a:lvl3pPr>
            <a:lvl4pPr lvl="3" algn="l">
              <a:lnSpc>
                <a:spcPct val="115000"/>
              </a:lnSpc>
              <a:spcBef>
                <a:spcPts val="2100"/>
              </a:spcBef>
              <a:spcAft>
                <a:spcPts val="0"/>
              </a:spcAft>
              <a:buSzPts val="1900"/>
              <a:buNone/>
              <a:defRPr/>
            </a:lvl4pPr>
            <a:lvl5pPr lvl="4" algn="l">
              <a:lnSpc>
                <a:spcPct val="115000"/>
              </a:lnSpc>
              <a:spcBef>
                <a:spcPts val="2100"/>
              </a:spcBef>
              <a:spcAft>
                <a:spcPts val="0"/>
              </a:spcAft>
              <a:buSzPts val="1900"/>
              <a:buNone/>
              <a:defRPr/>
            </a:lvl5pPr>
            <a:lvl6pPr lvl="5" algn="l">
              <a:lnSpc>
                <a:spcPct val="115000"/>
              </a:lnSpc>
              <a:spcBef>
                <a:spcPts val="2100"/>
              </a:spcBef>
              <a:spcAft>
                <a:spcPts val="0"/>
              </a:spcAft>
              <a:buSzPts val="1900"/>
              <a:buNone/>
              <a:defRPr/>
            </a:lvl6pPr>
            <a:lvl7pPr lvl="6" algn="l">
              <a:lnSpc>
                <a:spcPct val="115000"/>
              </a:lnSpc>
              <a:spcBef>
                <a:spcPts val="2100"/>
              </a:spcBef>
              <a:spcAft>
                <a:spcPts val="0"/>
              </a:spcAft>
              <a:buSzPts val="1900"/>
              <a:buNone/>
              <a:defRPr/>
            </a:lvl7pPr>
            <a:lvl8pPr lvl="7" algn="l">
              <a:lnSpc>
                <a:spcPct val="115000"/>
              </a:lnSpc>
              <a:spcBef>
                <a:spcPts val="2100"/>
              </a:spcBef>
              <a:spcAft>
                <a:spcPts val="0"/>
              </a:spcAft>
              <a:buSzPts val="1900"/>
              <a:buNone/>
              <a:defRPr/>
            </a:lvl8pPr>
            <a:lvl9pPr lvl="8" algn="l">
              <a:lnSpc>
                <a:spcPct val="115000"/>
              </a:lnSpc>
              <a:spcBef>
                <a:spcPts val="2100"/>
              </a:spcBef>
              <a:spcAft>
                <a:spcPts val="2100"/>
              </a:spcAft>
              <a:buSzPts val="1900"/>
              <a:buNone/>
              <a:defRPr/>
            </a:lvl9pPr>
          </a:lstStyle>
          <a:p/>
        </p:txBody>
      </p:sp>
      <p:sp>
        <p:nvSpPr>
          <p:cNvPr id="219" name="Google Shape;219;p5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220" name="Shape 220"/>
        <p:cNvGrpSpPr/>
        <p:nvPr/>
      </p:nvGrpSpPr>
      <p:grpSpPr>
        <a:xfrm>
          <a:off x="0" y="0"/>
          <a:ext cx="0" cy="0"/>
          <a:chOff x="0" y="0"/>
          <a:chExt cx="0" cy="0"/>
        </a:xfrm>
      </p:grpSpPr>
      <p:sp>
        <p:nvSpPr>
          <p:cNvPr id="221" name="Google Shape;221;p52"/>
          <p:cNvSpPr txBox="1"/>
          <p:nvPr>
            <p:ph type="title"/>
          </p:nvPr>
        </p:nvSpPr>
        <p:spPr>
          <a:xfrm>
            <a:off x="415600" y="531033"/>
            <a:ext cx="11360700" cy="2610900"/>
          </a:xfrm>
          <a:prstGeom prst="rect">
            <a:avLst/>
          </a:prstGeom>
          <a:noFill/>
          <a:ln>
            <a:noFill/>
          </a:ln>
        </p:spPr>
        <p:txBody>
          <a:bodyPr anchorCtr="0" anchor="ctr" bIns="121900" lIns="121900" spcFirstLastPara="1" rIns="121900" wrap="square" tIns="121900">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22" name="Google Shape;222;p52"/>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223" name="Shape 223"/>
        <p:cNvGrpSpPr/>
        <p:nvPr/>
      </p:nvGrpSpPr>
      <p:grpSpPr>
        <a:xfrm>
          <a:off x="0" y="0"/>
          <a:ext cx="0" cy="0"/>
          <a:chOff x="0" y="0"/>
          <a:chExt cx="0" cy="0"/>
        </a:xfrm>
      </p:grpSpPr>
      <p:sp>
        <p:nvSpPr>
          <p:cNvPr id="224" name="Google Shape;224;p53"/>
          <p:cNvSpPr/>
          <p:nvPr/>
        </p:nvSpPr>
        <p:spPr>
          <a:xfrm>
            <a:off x="0" y="0"/>
            <a:ext cx="3078900" cy="6858000"/>
          </a:xfrm>
          <a:prstGeom prst="rect">
            <a:avLst/>
          </a:prstGeom>
          <a:solidFill>
            <a:srgbClr val="3896D2"/>
          </a:solidFill>
          <a:ln>
            <a:noFill/>
          </a:ln>
          <a:effectLst>
            <a:outerShdw blurRad="38100" rotWithShape="0" dir="5400000" dist="25400">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225" name="Google Shape;225;p53"/>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226" name="Google Shape;226;p53"/>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227" name="Shape 227"/>
        <p:cNvGrpSpPr/>
        <p:nvPr/>
      </p:nvGrpSpPr>
      <p:grpSpPr>
        <a:xfrm>
          <a:off x="0" y="0"/>
          <a:ext cx="0" cy="0"/>
          <a:chOff x="0" y="0"/>
          <a:chExt cx="0" cy="0"/>
        </a:xfrm>
      </p:grpSpPr>
      <p:sp>
        <p:nvSpPr>
          <p:cNvPr id="228" name="Google Shape;228;p54"/>
          <p:cNvSpPr/>
          <p:nvPr/>
        </p:nvSpPr>
        <p:spPr>
          <a:xfrm>
            <a:off x="0" y="0"/>
            <a:ext cx="3078900" cy="6858000"/>
          </a:xfrm>
          <a:prstGeom prst="rect">
            <a:avLst/>
          </a:prstGeom>
          <a:solidFill>
            <a:srgbClr val="3896D2"/>
          </a:solidFill>
          <a:ln>
            <a:noFill/>
          </a:ln>
          <a:effectLst>
            <a:outerShdw blurRad="38100" rotWithShape="0" dir="5400000" dist="25400">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229" name="Google Shape;229;p54"/>
          <p:cNvSpPr txBox="1"/>
          <p:nvPr>
            <p:ph idx="1" type="subTitle"/>
          </p:nvPr>
        </p:nvSpPr>
        <p:spPr>
          <a:xfrm>
            <a:off x="318400" y="637000"/>
            <a:ext cx="2442000" cy="524700"/>
          </a:xfrm>
          <a:prstGeom prst="rect">
            <a:avLst/>
          </a:prstGeom>
          <a:noFill/>
          <a:ln>
            <a:noFill/>
          </a:ln>
        </p:spPr>
        <p:txBody>
          <a:bodyPr anchorCtr="0" anchor="t" bIns="121900" lIns="121900" spcFirstLastPara="1" rIns="121900" wrap="square" tIns="121900">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230" name="Google Shape;230;p54"/>
          <p:cNvSpPr txBox="1"/>
          <p:nvPr>
            <p:ph idx="2" type="body"/>
          </p:nvPr>
        </p:nvSpPr>
        <p:spPr>
          <a:xfrm>
            <a:off x="3295767" y="637000"/>
            <a:ext cx="7599900" cy="57864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231" name="Google Shape;231;p54"/>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232" name="Shape 232"/>
        <p:cNvGrpSpPr/>
        <p:nvPr/>
      </p:nvGrpSpPr>
      <p:grpSpPr>
        <a:xfrm>
          <a:off x="0" y="0"/>
          <a:ext cx="0" cy="0"/>
          <a:chOff x="0" y="0"/>
          <a:chExt cx="0" cy="0"/>
        </a:xfrm>
      </p:grpSpPr>
      <p:sp>
        <p:nvSpPr>
          <p:cNvPr id="233" name="Google Shape;233;p55"/>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4" name="Google Shape;234;p55"/>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5" name="Google Shape;235;p55"/>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236" name="Google Shape;236;p55"/>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237" name="Google Shape;237;p55"/>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38" name="Google Shape;238;p55"/>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239" name="Shape 239"/>
        <p:cNvGrpSpPr/>
        <p:nvPr/>
      </p:nvGrpSpPr>
      <p:grpSpPr>
        <a:xfrm>
          <a:off x="0" y="0"/>
          <a:ext cx="0" cy="0"/>
          <a:chOff x="0" y="0"/>
          <a:chExt cx="0" cy="0"/>
        </a:xfrm>
      </p:grpSpPr>
      <p:sp>
        <p:nvSpPr>
          <p:cNvPr id="240" name="Google Shape;240;p56"/>
          <p:cNvSpPr/>
          <p:nvPr/>
        </p:nvSpPr>
        <p:spPr>
          <a:xfrm>
            <a:off x="6113200" y="0"/>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41" name="Google Shape;241;p56"/>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2" name="Google Shape;242;p56"/>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243" name="Google Shape;243;p56"/>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lt1"/>
              </a:buClr>
              <a:buSzPts val="3500"/>
              <a:buFont typeface="Fira Sans"/>
              <a:buChar char="■"/>
              <a:defRPr sz="3500">
                <a:solidFill>
                  <a:schemeClr val="lt1"/>
                </a:solidFill>
                <a:latin typeface="Fira Sans"/>
                <a:ea typeface="Fira Sans"/>
                <a:cs typeface="Fira Sans"/>
                <a:sym typeface="Fira Sans"/>
              </a:defRPr>
            </a:lvl9pPr>
          </a:lstStyle>
          <a:p/>
        </p:txBody>
      </p:sp>
      <p:sp>
        <p:nvSpPr>
          <p:cNvPr id="244" name="Google Shape;244;p56"/>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9pPr>
          </a:lstStyle>
          <a:p/>
        </p:txBody>
      </p:sp>
      <p:sp>
        <p:nvSpPr>
          <p:cNvPr id="245" name="Google Shape;245;p56"/>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246" name="Shape 246"/>
        <p:cNvGrpSpPr/>
        <p:nvPr/>
      </p:nvGrpSpPr>
      <p:grpSpPr>
        <a:xfrm>
          <a:off x="0" y="0"/>
          <a:ext cx="0" cy="0"/>
          <a:chOff x="0" y="0"/>
          <a:chExt cx="0" cy="0"/>
        </a:xfrm>
      </p:grpSpPr>
      <p:sp>
        <p:nvSpPr>
          <p:cNvPr id="247" name="Google Shape;247;p57"/>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48" name="Google Shape;248;p57"/>
          <p:cNvSpPr txBox="1"/>
          <p:nvPr>
            <p:ph type="title"/>
          </p:nvPr>
        </p:nvSpPr>
        <p:spPr>
          <a:xfrm>
            <a:off x="415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000000"/>
              </a:buClr>
              <a:buSzPts val="4300"/>
              <a:buFont typeface="Fira Sans"/>
              <a:buNone/>
              <a:defRPr sz="4300">
                <a:solidFill>
                  <a:srgbClr val="000000"/>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49" name="Google Shape;249;p57"/>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1pPr>
            <a:lvl2pPr indent="-450850" lvl="1" marL="914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2pPr>
            <a:lvl3pPr indent="-450850" lvl="2" marL="1371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3pPr>
            <a:lvl4pPr indent="-450850" lvl="3" marL="18288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4pPr>
            <a:lvl5pPr indent="-450850" lvl="4" marL="22860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5pPr>
            <a:lvl6pPr indent="-450850" lvl="5" marL="27432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6pPr>
            <a:lvl7pPr indent="-450850" lvl="6" marL="3200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7pPr>
            <a:lvl8pPr indent="-450850" lvl="7" marL="3657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000000"/>
              </a:buClr>
              <a:buSzPts val="3500"/>
              <a:buFont typeface="Fira Sans"/>
              <a:buChar char="■"/>
              <a:defRPr sz="3500">
                <a:solidFill>
                  <a:srgbClr val="000000"/>
                </a:solidFill>
                <a:latin typeface="Fira Sans"/>
                <a:ea typeface="Fira Sans"/>
                <a:cs typeface="Fira Sans"/>
                <a:sym typeface="Fira Sans"/>
              </a:defRPr>
            </a:lvl9pPr>
          </a:lstStyle>
          <a:p/>
        </p:txBody>
      </p:sp>
      <p:sp>
        <p:nvSpPr>
          <p:cNvPr id="250" name="Google Shape;250;p57"/>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Autofit/>
          </a:bodyPr>
          <a:lstStyle>
            <a:lvl1pPr indent="-450850" lvl="0" marL="457200" algn="l">
              <a:lnSpc>
                <a:spcPct val="115000"/>
              </a:lnSpc>
              <a:spcBef>
                <a:spcPts val="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dk1"/>
              </a:buClr>
              <a:buSzPts val="3500"/>
              <a:buFont typeface="Fira Sans"/>
              <a:buChar char="■"/>
              <a:defRPr sz="3500">
                <a:solidFill>
                  <a:schemeClr val="dk1"/>
                </a:solidFill>
                <a:latin typeface="Fira Sans"/>
                <a:ea typeface="Fira Sans"/>
                <a:cs typeface="Fira Sans"/>
                <a:sym typeface="Fira Sans"/>
              </a:defRPr>
            </a:lvl9pPr>
          </a:lstStyle>
          <a:p/>
        </p:txBody>
      </p:sp>
      <p:sp>
        <p:nvSpPr>
          <p:cNvPr id="251" name="Google Shape;251;p57"/>
          <p:cNvSpPr txBox="1"/>
          <p:nvPr>
            <p:ph idx="3" type="title"/>
          </p:nvPr>
        </p:nvSpPr>
        <p:spPr>
          <a:xfrm>
            <a:off x="6494600" y="381033"/>
            <a:ext cx="5333100" cy="7635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4300"/>
              <a:buFont typeface="Fira Sans"/>
              <a:buNone/>
              <a:defRPr sz="4300">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52" name="Google Shape;252;p57"/>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253" name="Shape 253"/>
        <p:cNvGrpSpPr/>
        <p:nvPr/>
      </p:nvGrpSpPr>
      <p:grpSpPr>
        <a:xfrm>
          <a:off x="0" y="0"/>
          <a:ext cx="0" cy="0"/>
          <a:chOff x="0" y="0"/>
          <a:chExt cx="0" cy="0"/>
        </a:xfrm>
      </p:grpSpPr>
      <p:sp>
        <p:nvSpPr>
          <p:cNvPr id="254" name="Google Shape;254;p58"/>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55" name="Google Shape;255;p58"/>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56" name="Google Shape;256;p58"/>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57" name="Google Shape;257;p58"/>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258" name="Shape 258"/>
        <p:cNvGrpSpPr/>
        <p:nvPr/>
      </p:nvGrpSpPr>
      <p:grpSpPr>
        <a:xfrm>
          <a:off x="0" y="0"/>
          <a:ext cx="0" cy="0"/>
          <a:chOff x="0" y="0"/>
          <a:chExt cx="0" cy="0"/>
        </a:xfrm>
      </p:grpSpPr>
      <p:sp>
        <p:nvSpPr>
          <p:cNvPr id="259" name="Google Shape;259;p59"/>
          <p:cNvSpPr txBox="1"/>
          <p:nvPr>
            <p:ph type="title"/>
          </p:nvPr>
        </p:nvSpPr>
        <p:spPr>
          <a:xfrm>
            <a:off x="319000"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60" name="Google Shape;260;p59"/>
          <p:cNvSpPr txBox="1"/>
          <p:nvPr>
            <p:ph idx="2" type="title"/>
          </p:nvPr>
        </p:nvSpPr>
        <p:spPr>
          <a:xfrm>
            <a:off x="7528533" y="2443800"/>
            <a:ext cx="4352400" cy="19704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3700"/>
              <a:buNone/>
              <a:defRPr>
                <a:solidFill>
                  <a:srgbClr val="3896D2"/>
                </a:solidFill>
              </a:defRPr>
            </a:lvl2pPr>
            <a:lvl3pPr lvl="2" algn="l">
              <a:lnSpc>
                <a:spcPct val="100000"/>
              </a:lnSpc>
              <a:spcBef>
                <a:spcPts val="0"/>
              </a:spcBef>
              <a:spcAft>
                <a:spcPts val="0"/>
              </a:spcAft>
              <a:buClr>
                <a:srgbClr val="3896D2"/>
              </a:buClr>
              <a:buSzPts val="3700"/>
              <a:buNone/>
              <a:defRPr>
                <a:solidFill>
                  <a:srgbClr val="3896D2"/>
                </a:solidFill>
              </a:defRPr>
            </a:lvl3pPr>
            <a:lvl4pPr lvl="3" algn="l">
              <a:lnSpc>
                <a:spcPct val="100000"/>
              </a:lnSpc>
              <a:spcBef>
                <a:spcPts val="0"/>
              </a:spcBef>
              <a:spcAft>
                <a:spcPts val="0"/>
              </a:spcAft>
              <a:buClr>
                <a:srgbClr val="3896D2"/>
              </a:buClr>
              <a:buSzPts val="3700"/>
              <a:buNone/>
              <a:defRPr>
                <a:solidFill>
                  <a:srgbClr val="3896D2"/>
                </a:solidFill>
              </a:defRPr>
            </a:lvl4pPr>
            <a:lvl5pPr lvl="4" algn="l">
              <a:lnSpc>
                <a:spcPct val="100000"/>
              </a:lnSpc>
              <a:spcBef>
                <a:spcPts val="0"/>
              </a:spcBef>
              <a:spcAft>
                <a:spcPts val="0"/>
              </a:spcAft>
              <a:buClr>
                <a:srgbClr val="3896D2"/>
              </a:buClr>
              <a:buSzPts val="3700"/>
              <a:buNone/>
              <a:defRPr>
                <a:solidFill>
                  <a:srgbClr val="3896D2"/>
                </a:solidFill>
              </a:defRPr>
            </a:lvl5pPr>
            <a:lvl6pPr lvl="5" algn="l">
              <a:lnSpc>
                <a:spcPct val="100000"/>
              </a:lnSpc>
              <a:spcBef>
                <a:spcPts val="0"/>
              </a:spcBef>
              <a:spcAft>
                <a:spcPts val="0"/>
              </a:spcAft>
              <a:buClr>
                <a:srgbClr val="3896D2"/>
              </a:buClr>
              <a:buSzPts val="3700"/>
              <a:buNone/>
              <a:defRPr>
                <a:solidFill>
                  <a:srgbClr val="3896D2"/>
                </a:solidFill>
              </a:defRPr>
            </a:lvl6pPr>
            <a:lvl7pPr lvl="6" algn="l">
              <a:lnSpc>
                <a:spcPct val="100000"/>
              </a:lnSpc>
              <a:spcBef>
                <a:spcPts val="0"/>
              </a:spcBef>
              <a:spcAft>
                <a:spcPts val="0"/>
              </a:spcAft>
              <a:buClr>
                <a:srgbClr val="3896D2"/>
              </a:buClr>
              <a:buSzPts val="3700"/>
              <a:buNone/>
              <a:defRPr>
                <a:solidFill>
                  <a:srgbClr val="3896D2"/>
                </a:solidFill>
              </a:defRPr>
            </a:lvl7pPr>
            <a:lvl8pPr lvl="7" algn="l">
              <a:lnSpc>
                <a:spcPct val="100000"/>
              </a:lnSpc>
              <a:spcBef>
                <a:spcPts val="0"/>
              </a:spcBef>
              <a:spcAft>
                <a:spcPts val="0"/>
              </a:spcAft>
              <a:buClr>
                <a:srgbClr val="3896D2"/>
              </a:buClr>
              <a:buSzPts val="3700"/>
              <a:buNone/>
              <a:defRPr>
                <a:solidFill>
                  <a:srgbClr val="3896D2"/>
                </a:solidFill>
              </a:defRPr>
            </a:lvl8pPr>
            <a:lvl9pPr lvl="8" algn="l">
              <a:lnSpc>
                <a:spcPct val="100000"/>
              </a:lnSpc>
              <a:spcBef>
                <a:spcPts val="0"/>
              </a:spcBef>
              <a:spcAft>
                <a:spcPts val="0"/>
              </a:spcAft>
              <a:buClr>
                <a:srgbClr val="3896D2"/>
              </a:buClr>
              <a:buSzPts val="3700"/>
              <a:buNone/>
              <a:defRPr>
                <a:solidFill>
                  <a:srgbClr val="3896D2"/>
                </a:solidFill>
              </a:defRPr>
            </a:lvl9pPr>
          </a:lstStyle>
          <a:p/>
        </p:txBody>
      </p:sp>
      <p:sp>
        <p:nvSpPr>
          <p:cNvPr id="261" name="Google Shape;261;p59"/>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62" name="Google Shape;262;p59"/>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263" name="Shape 263"/>
        <p:cNvGrpSpPr/>
        <p:nvPr/>
      </p:nvGrpSpPr>
      <p:grpSpPr>
        <a:xfrm>
          <a:off x="0" y="0"/>
          <a:ext cx="0" cy="0"/>
          <a:chOff x="0" y="0"/>
          <a:chExt cx="0" cy="0"/>
        </a:xfrm>
      </p:grpSpPr>
      <p:sp>
        <p:nvSpPr>
          <p:cNvPr id="264" name="Google Shape;264;p60"/>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265" name="Shape 265"/>
        <p:cNvGrpSpPr/>
        <p:nvPr/>
      </p:nvGrpSpPr>
      <p:grpSpPr>
        <a:xfrm>
          <a:off x="0" y="0"/>
          <a:ext cx="0" cy="0"/>
          <a:chOff x="0" y="0"/>
          <a:chExt cx="0" cy="0"/>
        </a:xfrm>
      </p:grpSpPr>
      <p:sp>
        <p:nvSpPr>
          <p:cNvPr id="266" name="Google Shape;266;p6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67" name="Shape 267"/>
        <p:cNvGrpSpPr/>
        <p:nvPr/>
      </p:nvGrpSpPr>
      <p:grpSpPr>
        <a:xfrm>
          <a:off x="0" y="0"/>
          <a:ext cx="0" cy="0"/>
          <a:chOff x="0" y="0"/>
          <a:chExt cx="0" cy="0"/>
        </a:xfrm>
      </p:grpSpPr>
      <p:sp>
        <p:nvSpPr>
          <p:cNvPr id="268" name="Google Shape;268;p62"/>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Font typeface="Fira Sans"/>
              <a:buNone/>
              <a:defRPr sz="6900">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69" name="Google Shape;269;p62"/>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Font typeface="Fira Sans"/>
              <a:buNone/>
              <a:defRPr sz="3700">
                <a:latin typeface="Fira Sans"/>
                <a:ea typeface="Fira Sans"/>
                <a:cs typeface="Fira Sans"/>
                <a:sym typeface="Fira Sans"/>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270" name="Google Shape;270;p6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271" name="Shape 271"/>
        <p:cNvGrpSpPr/>
        <p:nvPr/>
      </p:nvGrpSpPr>
      <p:grpSpPr>
        <a:xfrm>
          <a:off x="0" y="0"/>
          <a:ext cx="0" cy="0"/>
          <a:chOff x="0" y="0"/>
          <a:chExt cx="0" cy="0"/>
        </a:xfrm>
      </p:grpSpPr>
      <p:sp>
        <p:nvSpPr>
          <p:cNvPr id="272" name="Google Shape;272;p63"/>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73" name="Google Shape;273;p63"/>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274" name="Google Shape;274;p63"/>
          <p:cNvSpPr txBox="1"/>
          <p:nvPr>
            <p:ph idx="12" type="sldNum"/>
          </p:nvPr>
        </p:nvSpPr>
        <p:spPr>
          <a:xfrm>
            <a:off x="11296611" y="621762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5">
    <p:spTree>
      <p:nvGrpSpPr>
        <p:cNvPr id="275" name="Shape 275"/>
        <p:cNvGrpSpPr/>
        <p:nvPr/>
      </p:nvGrpSpPr>
      <p:grpSpPr>
        <a:xfrm>
          <a:off x="0" y="0"/>
          <a:ext cx="0" cy="0"/>
          <a:chOff x="0" y="0"/>
          <a:chExt cx="0" cy="0"/>
        </a:xfrm>
      </p:grpSpPr>
      <p:sp>
        <p:nvSpPr>
          <p:cNvPr id="276" name="Google Shape;276;p6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77" name="Google Shape;277;p6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78" name="Google Shape;278;p64"/>
          <p:cNvSpPr txBox="1"/>
          <p:nvPr>
            <p:ph idx="12" type="sldNum"/>
          </p:nvPr>
        </p:nvSpPr>
        <p:spPr>
          <a:xfrm>
            <a:off x="-2" y="6271500"/>
            <a:ext cx="6060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6">
    <p:spTree>
      <p:nvGrpSpPr>
        <p:cNvPr id="279" name="Shape 279"/>
        <p:cNvGrpSpPr/>
        <p:nvPr/>
      </p:nvGrpSpPr>
      <p:grpSpPr>
        <a:xfrm>
          <a:off x="0" y="0"/>
          <a:ext cx="0" cy="0"/>
          <a:chOff x="0" y="0"/>
          <a:chExt cx="0" cy="0"/>
        </a:xfrm>
      </p:grpSpPr>
      <p:sp>
        <p:nvSpPr>
          <p:cNvPr id="280" name="Google Shape;280;p65"/>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281" name="Google Shape;281;p65"/>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282" name="Google Shape;282;p65"/>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fontScale="92500" lnSpcReduction="20000"/>
          </a:bodyPr>
          <a:lstStyle>
            <a:lvl1pPr indent="0" lvl="0"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7">
    <p:spTree>
      <p:nvGrpSpPr>
        <p:cNvPr id="283" name="Shape 283"/>
        <p:cNvGrpSpPr/>
        <p:nvPr/>
      </p:nvGrpSpPr>
      <p:grpSpPr>
        <a:xfrm>
          <a:off x="0" y="0"/>
          <a:ext cx="0" cy="0"/>
          <a:chOff x="0" y="0"/>
          <a:chExt cx="0" cy="0"/>
        </a:xfrm>
      </p:grpSpPr>
      <p:sp>
        <p:nvSpPr>
          <p:cNvPr id="284" name="Google Shape;284;p66"/>
          <p:cNvSpPr txBox="1"/>
          <p:nvPr>
            <p:ph type="title"/>
          </p:nvPr>
        </p:nvSpPr>
        <p:spPr>
          <a:xfrm>
            <a:off x="415600" y="593367"/>
            <a:ext cx="11360700" cy="763500"/>
          </a:xfrm>
          <a:prstGeom prst="rect">
            <a:avLst/>
          </a:prstGeom>
          <a:noFill/>
          <a:ln>
            <a:noFill/>
          </a:ln>
        </p:spPr>
        <p:txBody>
          <a:bodyPr anchorCtr="0" anchor="t" bIns="162525" lIns="162525" spcFirstLastPara="1" rIns="162525" wrap="square" tIns="16252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285" name="Google Shape;285;p66"/>
          <p:cNvSpPr txBox="1"/>
          <p:nvPr>
            <p:ph idx="1" type="body"/>
          </p:nvPr>
        </p:nvSpPr>
        <p:spPr>
          <a:xfrm>
            <a:off x="415600" y="1536633"/>
            <a:ext cx="11360700" cy="4555200"/>
          </a:xfrm>
          <a:prstGeom prst="rect">
            <a:avLst/>
          </a:prstGeom>
          <a:noFill/>
          <a:ln>
            <a:noFill/>
          </a:ln>
        </p:spPr>
        <p:txBody>
          <a:bodyPr anchorCtr="0" anchor="t" bIns="162525" lIns="162525" spcFirstLastPara="1" rIns="162525" wrap="square" tIns="16252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286" name="Google Shape;286;p66"/>
          <p:cNvSpPr txBox="1"/>
          <p:nvPr>
            <p:ph idx="12" type="sldNum"/>
          </p:nvPr>
        </p:nvSpPr>
        <p:spPr>
          <a:xfrm>
            <a:off x="11296611" y="6217623"/>
            <a:ext cx="731700" cy="524700"/>
          </a:xfrm>
          <a:prstGeom prst="rect">
            <a:avLst/>
          </a:prstGeom>
          <a:noFill/>
          <a:ln>
            <a:noFill/>
          </a:ln>
        </p:spPr>
        <p:txBody>
          <a:bodyPr anchorCtr="0" anchor="ctr" bIns="162525" lIns="162525" spcFirstLastPara="1" rIns="162525" wrap="square" tIns="162525">
            <a:normAutofit fontScale="92500" lnSpcReduction="20000"/>
          </a:bodyPr>
          <a:lstStyle>
            <a:lvl1pPr indent="0" lvl="0"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22"/>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8">
    <p:spTree>
      <p:nvGrpSpPr>
        <p:cNvPr id="287" name="Shape 287"/>
        <p:cNvGrpSpPr/>
        <p:nvPr/>
      </p:nvGrpSpPr>
      <p:grpSpPr>
        <a:xfrm>
          <a:off x="0" y="0"/>
          <a:ext cx="0" cy="0"/>
          <a:chOff x="0" y="0"/>
          <a:chExt cx="0" cy="0"/>
        </a:xfrm>
      </p:grpSpPr>
      <p:sp>
        <p:nvSpPr>
          <p:cNvPr id="288" name="Google Shape;288;p6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lgn="l">
              <a:lnSpc>
                <a:spcPct val="100000"/>
              </a:lnSpc>
              <a:spcBef>
                <a:spcPts val="0"/>
              </a:spcBef>
              <a:spcAft>
                <a:spcPts val="0"/>
              </a:spcAft>
              <a:buSzPts val="4300"/>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89" name="Google Shape;289;p6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algn="l">
              <a:lnSpc>
                <a:spcPct val="150000"/>
              </a:lnSpc>
              <a:spcBef>
                <a:spcPts val="0"/>
              </a:spcBef>
              <a:spcAft>
                <a:spcPts val="0"/>
              </a:spcAft>
              <a:buClr>
                <a:schemeClr val="dk1"/>
              </a:buClr>
              <a:buSzPts val="2400"/>
              <a:buFont typeface="Fira Sans"/>
              <a:buAutoNum type="arabicPeriod"/>
              <a:defRPr sz="2700">
                <a:solidFill>
                  <a:schemeClr val="dk1"/>
                </a:solidFill>
                <a:latin typeface="Fira Sans"/>
                <a:ea typeface="Fira Sans"/>
                <a:cs typeface="Fira Sans"/>
                <a:sym typeface="Fira Sans"/>
              </a:defRPr>
            </a:lvl1pPr>
            <a:lvl2pPr indent="-349250" lvl="1" marL="9144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2pPr>
            <a:lvl3pPr indent="-349250" lvl="2" marL="13716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3pPr>
            <a:lvl4pPr indent="-349250" lvl="3" marL="18288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4pPr>
            <a:lvl5pPr indent="-349250" lvl="4" marL="22860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5pPr>
            <a:lvl6pPr indent="-349250" lvl="5" marL="27432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6pPr>
            <a:lvl7pPr indent="-349250" lvl="6" marL="32004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7pPr>
            <a:lvl8pPr indent="-349250" lvl="7" marL="36576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8pPr>
            <a:lvl9pPr indent="-349250" lvl="8" marL="4114800" algn="l">
              <a:lnSpc>
                <a:spcPct val="115000"/>
              </a:lnSpc>
              <a:spcBef>
                <a:spcPts val="2100"/>
              </a:spcBef>
              <a:spcAft>
                <a:spcPts val="2100"/>
              </a:spcAft>
              <a:buClr>
                <a:schemeClr val="dk1"/>
              </a:buClr>
              <a:buSzPts val="1900"/>
              <a:buFont typeface="Fira Sans"/>
              <a:buAutoNum type="romanLcPeriod"/>
              <a:defRPr>
                <a:solidFill>
                  <a:schemeClr val="dk1"/>
                </a:solidFill>
                <a:latin typeface="Fira Sans"/>
                <a:ea typeface="Fira Sans"/>
                <a:cs typeface="Fira Sans"/>
                <a:sym typeface="Fira Sans"/>
              </a:defRPr>
            </a:lvl9pPr>
          </a:lstStyle>
          <a:p/>
        </p:txBody>
      </p:sp>
      <p:sp>
        <p:nvSpPr>
          <p:cNvPr id="290" name="Google Shape;290;p67"/>
          <p:cNvSpPr txBox="1"/>
          <p:nvPr>
            <p:ph idx="12" type="sldNum"/>
          </p:nvPr>
        </p:nvSpPr>
        <p:spPr>
          <a:xfrm>
            <a:off x="11460400" y="13"/>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9">
    <p:spTree>
      <p:nvGrpSpPr>
        <p:cNvPr id="291" name="Shape 291"/>
        <p:cNvGrpSpPr/>
        <p:nvPr/>
      </p:nvGrpSpPr>
      <p:grpSpPr>
        <a:xfrm>
          <a:off x="0" y="0"/>
          <a:ext cx="0" cy="0"/>
          <a:chOff x="0" y="0"/>
          <a:chExt cx="0" cy="0"/>
        </a:xfrm>
      </p:grpSpPr>
      <p:sp>
        <p:nvSpPr>
          <p:cNvPr id="292" name="Google Shape;292;p6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293" name="Google Shape;293;p68"/>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94" name="Google Shape;294;p6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295" name="Shape 295"/>
        <p:cNvGrpSpPr/>
        <p:nvPr/>
      </p:nvGrpSpPr>
      <p:grpSpPr>
        <a:xfrm>
          <a:off x="0" y="0"/>
          <a:ext cx="0" cy="0"/>
          <a:chOff x="0" y="0"/>
          <a:chExt cx="0" cy="0"/>
        </a:xfrm>
      </p:grpSpPr>
      <p:sp>
        <p:nvSpPr>
          <p:cNvPr id="296" name="Google Shape;296;p69"/>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297" name="Google Shape;297;p69"/>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298" name="Google Shape;298;p69"/>
          <p:cNvSpPr txBox="1"/>
          <p:nvPr>
            <p:ph idx="12" type="sldNum"/>
          </p:nvPr>
        </p:nvSpPr>
        <p:spPr>
          <a:xfrm>
            <a:off x="11296610" y="6217622"/>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1">
  <p:cSld name="SECTION_HEADER_1_1_1_1_1">
    <p:bg>
      <p:bgPr>
        <a:blipFill>
          <a:blip r:embed="rId2">
            <a:alphaModFix/>
          </a:blip>
          <a:stretch>
            <a:fillRect/>
          </a:stretch>
        </a:blipFill>
      </p:bgPr>
    </p:bg>
    <p:spTree>
      <p:nvGrpSpPr>
        <p:cNvPr id="299" name="Shape 299"/>
        <p:cNvGrpSpPr/>
        <p:nvPr/>
      </p:nvGrpSpPr>
      <p:grpSpPr>
        <a:xfrm>
          <a:off x="0" y="0"/>
          <a:ext cx="0" cy="0"/>
          <a:chOff x="0" y="0"/>
          <a:chExt cx="0" cy="0"/>
        </a:xfrm>
      </p:grpSpPr>
      <p:pic>
        <p:nvPicPr>
          <p:cNvPr id="300" name="Google Shape;300;p70" title="logo.png"/>
          <p:cNvPicPr preferRelativeResize="0"/>
          <p:nvPr/>
        </p:nvPicPr>
        <p:blipFill rotWithShape="1">
          <a:blip r:embed="rId3">
            <a:alphaModFix/>
          </a:blip>
          <a:srcRect b="0" l="0" r="0" t="0"/>
          <a:stretch/>
        </p:blipFill>
        <p:spPr>
          <a:xfrm>
            <a:off x="5489070" y="5971023"/>
            <a:ext cx="1213866" cy="277433"/>
          </a:xfrm>
          <a:prstGeom prst="rect">
            <a:avLst/>
          </a:prstGeom>
          <a:noFill/>
          <a:ln>
            <a:noFill/>
          </a:ln>
        </p:spPr>
      </p:pic>
    </p:spTree>
  </p:cSld>
  <p:clrMapOvr>
    <a:masterClrMapping/>
  </p:clrMapOvr>
  <p:extLst>
    <p:ext uri="{DCECCB84-F9BA-43D5-87BE-67443E8EF086}">
      <p15:sldGuideLst>
        <p15:guide id="1" pos="241">
          <p15:clr>
            <a:srgbClr val="E46962"/>
          </p15:clr>
        </p15:guide>
        <p15:guide id="2" orient="horz" pos="235">
          <p15:clr>
            <a:srgbClr val="E46962"/>
          </p15:clr>
        </p15:guide>
        <p15:guide id="3" pos="7439">
          <p15:clr>
            <a:srgbClr val="E46962"/>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06" name="Shape 306"/>
        <p:cNvGrpSpPr/>
        <p:nvPr/>
      </p:nvGrpSpPr>
      <p:grpSpPr>
        <a:xfrm>
          <a:off x="0" y="0"/>
          <a:ext cx="0" cy="0"/>
          <a:chOff x="0" y="0"/>
          <a:chExt cx="0" cy="0"/>
        </a:xfrm>
      </p:grpSpPr>
      <p:sp>
        <p:nvSpPr>
          <p:cNvPr id="307" name="Google Shape;307;p7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08" name="Google Shape;308;p7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2100"/>
              </a:spcAft>
              <a:buClr>
                <a:schemeClr val="dk1"/>
              </a:buClr>
              <a:buSzPts val="1600"/>
              <a:buNone/>
              <a:defRPr sz="1600"/>
            </a:lvl9pPr>
          </a:lstStyle>
          <a:p/>
        </p:txBody>
      </p:sp>
      <p:sp>
        <p:nvSpPr>
          <p:cNvPr id="309" name="Google Shape;309;p7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10" name="Google Shape;310;p7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11" name="Google Shape;311;p72"/>
          <p:cNvSpPr txBox="1"/>
          <p:nvPr>
            <p:ph idx="12" type="sldNum"/>
          </p:nvPr>
        </p:nvSpPr>
        <p:spPr>
          <a:xfrm>
            <a:off x="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l">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312" name="Shape 312"/>
        <p:cNvGrpSpPr/>
        <p:nvPr/>
      </p:nvGrpSpPr>
      <p:grpSpPr>
        <a:xfrm>
          <a:off x="0" y="0"/>
          <a:ext cx="0" cy="0"/>
          <a:chOff x="0" y="0"/>
          <a:chExt cx="0" cy="0"/>
        </a:xfrm>
      </p:grpSpPr>
      <p:sp>
        <p:nvSpPr>
          <p:cNvPr id="313" name="Google Shape;313;p7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14" name="Google Shape;314;p7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2100"/>
              </a:spcAft>
              <a:buClr>
                <a:schemeClr val="dk1"/>
              </a:buClr>
              <a:buSzPts val="1900"/>
              <a:buChar char="■"/>
              <a:defRPr/>
            </a:lvl9pPr>
          </a:lstStyle>
          <a:p/>
        </p:txBody>
      </p:sp>
      <p:sp>
        <p:nvSpPr>
          <p:cNvPr id="315" name="Google Shape;315;p73"/>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16" name="Google Shape;316;p73"/>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17" name="Google Shape;317;p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324158"/>
        </a:solidFill>
      </p:bgPr>
    </p:bg>
    <p:spTree>
      <p:nvGrpSpPr>
        <p:cNvPr id="318" name="Shape 318"/>
        <p:cNvGrpSpPr/>
        <p:nvPr/>
      </p:nvGrpSpPr>
      <p:grpSpPr>
        <a:xfrm>
          <a:off x="0" y="0"/>
          <a:ext cx="0" cy="0"/>
          <a:chOff x="0" y="0"/>
          <a:chExt cx="0" cy="0"/>
        </a:xfrm>
      </p:grpSpPr>
      <p:sp>
        <p:nvSpPr>
          <p:cNvPr id="319" name="Google Shape;319;p74"/>
          <p:cNvSpPr txBox="1"/>
          <p:nvPr>
            <p:ph type="ctrTitle"/>
          </p:nvPr>
        </p:nvSpPr>
        <p:spPr>
          <a:xfrm>
            <a:off x="942200" y="548567"/>
            <a:ext cx="10307700" cy="1716300"/>
          </a:xfrm>
          <a:prstGeom prst="rect">
            <a:avLst/>
          </a:prstGeom>
          <a:noFill/>
          <a:ln>
            <a:noFill/>
          </a:ln>
        </p:spPr>
        <p:txBody>
          <a:bodyPr anchorCtr="0" anchor="b" bIns="121925" lIns="121925" spcFirstLastPara="1" rIns="121925" wrap="square" tIns="121925">
            <a:noAutofit/>
          </a:bodyPr>
          <a:lstStyle>
            <a:lvl1pPr lvl="0" algn="ctr">
              <a:lnSpc>
                <a:spcPct val="100000"/>
              </a:lnSpc>
              <a:spcBef>
                <a:spcPts val="0"/>
              </a:spcBef>
              <a:spcAft>
                <a:spcPts val="0"/>
              </a:spcAft>
              <a:buClr>
                <a:schemeClr val="lt1"/>
              </a:buClr>
              <a:buSzPts val="8000"/>
              <a:buFont typeface="Fira Sans"/>
              <a:buNone/>
              <a:defRPr b="1" sz="8000">
                <a:solidFill>
                  <a:schemeClr val="lt1"/>
                </a:solidFill>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pic>
        <p:nvPicPr>
          <p:cNvPr id="320" name="Google Shape;320;p74"/>
          <p:cNvPicPr preferRelativeResize="0"/>
          <p:nvPr/>
        </p:nvPicPr>
        <p:blipFill rotWithShape="1">
          <a:blip r:embed="rId2">
            <a:alphaModFix/>
          </a:blip>
          <a:srcRect b="0" l="0" r="0" t="0"/>
          <a:stretch/>
        </p:blipFill>
        <p:spPr>
          <a:xfrm>
            <a:off x="1734133" y="2478600"/>
            <a:ext cx="8721553" cy="1900325"/>
          </a:xfrm>
          <a:prstGeom prst="rect">
            <a:avLst/>
          </a:prstGeom>
          <a:noFill/>
          <a:ln>
            <a:noFill/>
          </a:ln>
        </p:spPr>
      </p:pic>
      <p:sp>
        <p:nvSpPr>
          <p:cNvPr id="321" name="Google Shape;321;p74"/>
          <p:cNvSpPr txBox="1"/>
          <p:nvPr/>
        </p:nvSpPr>
        <p:spPr>
          <a:xfrm>
            <a:off x="2017267" y="5007733"/>
            <a:ext cx="8440500" cy="1209900"/>
          </a:xfrm>
          <a:prstGeom prst="rect">
            <a:avLst/>
          </a:prstGeom>
          <a:noFill/>
          <a:ln>
            <a:noFill/>
          </a:ln>
        </p:spPr>
        <p:txBody>
          <a:bodyPr anchorCtr="0" anchor="t" bIns="121925" lIns="121925" spcFirstLastPara="1" rIns="121925" wrap="square" tIns="1219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22" name="Google Shape;322;p74"/>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4">
  <p:cSld name="TITLE_AND_BODY_4">
    <p:spTree>
      <p:nvGrpSpPr>
        <p:cNvPr id="323" name="Shape 323"/>
        <p:cNvGrpSpPr/>
        <p:nvPr/>
      </p:nvGrpSpPr>
      <p:grpSpPr>
        <a:xfrm>
          <a:off x="0" y="0"/>
          <a:ext cx="0" cy="0"/>
          <a:chOff x="0" y="0"/>
          <a:chExt cx="0" cy="0"/>
        </a:xfrm>
      </p:grpSpPr>
      <p:sp>
        <p:nvSpPr>
          <p:cNvPr id="324" name="Google Shape;324;p75"/>
          <p:cNvSpPr txBox="1"/>
          <p:nvPr>
            <p:ph type="title"/>
          </p:nvPr>
        </p:nvSpPr>
        <p:spPr>
          <a:xfrm>
            <a:off x="415600" y="593367"/>
            <a:ext cx="11360700" cy="763500"/>
          </a:xfrm>
          <a:prstGeom prst="rect">
            <a:avLst/>
          </a:prstGeom>
          <a:noFill/>
          <a:ln>
            <a:noFill/>
          </a:ln>
        </p:spPr>
        <p:txBody>
          <a:bodyPr anchorCtr="0" anchor="t" bIns="121925" lIns="121925" spcFirstLastPara="1" rIns="121925" wrap="square" tIns="121925">
            <a:noAutofit/>
          </a:bodyPr>
          <a:lstStyle>
            <a:lvl1pPr lvl="0" algn="l">
              <a:lnSpc>
                <a:spcPct val="100000"/>
              </a:lnSpc>
              <a:spcBef>
                <a:spcPts val="0"/>
              </a:spcBef>
              <a:spcAft>
                <a:spcPts val="0"/>
              </a:spcAft>
              <a:buSzPts val="3700"/>
              <a:buFont typeface="Fira Sans"/>
              <a:buNone/>
              <a:defRPr>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25" name="Google Shape;325;p75"/>
          <p:cNvSpPr txBox="1"/>
          <p:nvPr>
            <p:ph idx="1" type="body"/>
          </p:nvPr>
        </p:nvSpPr>
        <p:spPr>
          <a:xfrm>
            <a:off x="415600" y="1536633"/>
            <a:ext cx="11360700" cy="4555200"/>
          </a:xfrm>
          <a:prstGeom prst="rect">
            <a:avLst/>
          </a:prstGeom>
          <a:noFill/>
          <a:ln>
            <a:noFill/>
          </a:ln>
        </p:spPr>
        <p:txBody>
          <a:bodyPr anchorCtr="0" anchor="t" bIns="121925" lIns="121925" spcFirstLastPara="1" rIns="121925" wrap="square" tIns="121925">
            <a:noAutofit/>
          </a:bodyPr>
          <a:lstStyle>
            <a:lvl1pPr indent="-381000" lvl="0" marL="457200" algn="l">
              <a:lnSpc>
                <a:spcPct val="115000"/>
              </a:lnSpc>
              <a:spcBef>
                <a:spcPts val="0"/>
              </a:spcBef>
              <a:spcAft>
                <a:spcPts val="0"/>
              </a:spcAft>
              <a:buSzPts val="2400"/>
              <a:buFont typeface="Fira Sans"/>
              <a:buChar char="●"/>
              <a:defRPr>
                <a:latin typeface="Fira Sans"/>
                <a:ea typeface="Fira Sans"/>
                <a:cs typeface="Fira Sans"/>
                <a:sym typeface="Fira Sans"/>
              </a:defRPr>
            </a:lvl1pPr>
            <a:lvl2pPr indent="-349250" lvl="1" marL="914400" algn="l">
              <a:lnSpc>
                <a:spcPct val="115000"/>
              </a:lnSpc>
              <a:spcBef>
                <a:spcPts val="2100"/>
              </a:spcBef>
              <a:spcAft>
                <a:spcPts val="0"/>
              </a:spcAft>
              <a:buSzPts val="1900"/>
              <a:buFont typeface="Fira Sans"/>
              <a:buChar char="○"/>
              <a:defRPr>
                <a:latin typeface="Fira Sans"/>
                <a:ea typeface="Fira Sans"/>
                <a:cs typeface="Fira Sans"/>
                <a:sym typeface="Fira Sans"/>
              </a:defRPr>
            </a:lvl2pPr>
            <a:lvl3pPr indent="-349250" lvl="2" marL="1371600" algn="l">
              <a:lnSpc>
                <a:spcPct val="115000"/>
              </a:lnSpc>
              <a:spcBef>
                <a:spcPts val="2100"/>
              </a:spcBef>
              <a:spcAft>
                <a:spcPts val="0"/>
              </a:spcAft>
              <a:buSzPts val="1900"/>
              <a:buFont typeface="Fira Sans"/>
              <a:buChar char="■"/>
              <a:defRPr>
                <a:latin typeface="Fira Sans"/>
                <a:ea typeface="Fira Sans"/>
                <a:cs typeface="Fira Sans"/>
                <a:sym typeface="Fira Sans"/>
              </a:defRPr>
            </a:lvl3pPr>
            <a:lvl4pPr indent="-349250" lvl="3" marL="1828800" algn="l">
              <a:lnSpc>
                <a:spcPct val="115000"/>
              </a:lnSpc>
              <a:spcBef>
                <a:spcPts val="2100"/>
              </a:spcBef>
              <a:spcAft>
                <a:spcPts val="0"/>
              </a:spcAft>
              <a:buSzPts val="1900"/>
              <a:buFont typeface="Fira Sans"/>
              <a:buChar char="●"/>
              <a:defRPr>
                <a:latin typeface="Fira Sans"/>
                <a:ea typeface="Fira Sans"/>
                <a:cs typeface="Fira Sans"/>
                <a:sym typeface="Fira Sans"/>
              </a:defRPr>
            </a:lvl4pPr>
            <a:lvl5pPr indent="-349250" lvl="4" marL="2286000" algn="l">
              <a:lnSpc>
                <a:spcPct val="115000"/>
              </a:lnSpc>
              <a:spcBef>
                <a:spcPts val="2100"/>
              </a:spcBef>
              <a:spcAft>
                <a:spcPts val="0"/>
              </a:spcAft>
              <a:buSzPts val="1900"/>
              <a:buFont typeface="Fira Sans"/>
              <a:buChar char="○"/>
              <a:defRPr>
                <a:latin typeface="Fira Sans"/>
                <a:ea typeface="Fira Sans"/>
                <a:cs typeface="Fira Sans"/>
                <a:sym typeface="Fira Sans"/>
              </a:defRPr>
            </a:lvl5pPr>
            <a:lvl6pPr indent="-349250" lvl="5" marL="2743200" algn="l">
              <a:lnSpc>
                <a:spcPct val="115000"/>
              </a:lnSpc>
              <a:spcBef>
                <a:spcPts val="2100"/>
              </a:spcBef>
              <a:spcAft>
                <a:spcPts val="0"/>
              </a:spcAft>
              <a:buSzPts val="1900"/>
              <a:buFont typeface="Fira Sans"/>
              <a:buChar char="■"/>
              <a:defRPr>
                <a:latin typeface="Fira Sans"/>
                <a:ea typeface="Fira Sans"/>
                <a:cs typeface="Fira Sans"/>
                <a:sym typeface="Fira Sans"/>
              </a:defRPr>
            </a:lvl6pPr>
            <a:lvl7pPr indent="-349250" lvl="6" marL="3200400" algn="l">
              <a:lnSpc>
                <a:spcPct val="115000"/>
              </a:lnSpc>
              <a:spcBef>
                <a:spcPts val="2100"/>
              </a:spcBef>
              <a:spcAft>
                <a:spcPts val="0"/>
              </a:spcAft>
              <a:buSzPts val="1900"/>
              <a:buFont typeface="Fira Sans"/>
              <a:buChar char="●"/>
              <a:defRPr>
                <a:latin typeface="Fira Sans"/>
                <a:ea typeface="Fira Sans"/>
                <a:cs typeface="Fira Sans"/>
                <a:sym typeface="Fira Sans"/>
              </a:defRPr>
            </a:lvl7pPr>
            <a:lvl8pPr indent="-349250" lvl="7" marL="3657600" algn="l">
              <a:lnSpc>
                <a:spcPct val="115000"/>
              </a:lnSpc>
              <a:spcBef>
                <a:spcPts val="2100"/>
              </a:spcBef>
              <a:spcAft>
                <a:spcPts val="0"/>
              </a:spcAft>
              <a:buSzPts val="1900"/>
              <a:buFont typeface="Fira Sans"/>
              <a:buChar char="○"/>
              <a:defRPr>
                <a:latin typeface="Fira Sans"/>
                <a:ea typeface="Fira Sans"/>
                <a:cs typeface="Fira Sans"/>
                <a:sym typeface="Fira Sans"/>
              </a:defRPr>
            </a:lvl8pPr>
            <a:lvl9pPr indent="-349250" lvl="8" marL="4114800" algn="l">
              <a:lnSpc>
                <a:spcPct val="115000"/>
              </a:lnSpc>
              <a:spcBef>
                <a:spcPts val="2100"/>
              </a:spcBef>
              <a:spcAft>
                <a:spcPts val="2100"/>
              </a:spcAft>
              <a:buSzPts val="1900"/>
              <a:buFont typeface="Fira Sans"/>
              <a:buChar char="■"/>
              <a:defRPr>
                <a:latin typeface="Fira Sans"/>
                <a:ea typeface="Fira Sans"/>
                <a:cs typeface="Fira Sans"/>
                <a:sym typeface="Fira Sans"/>
              </a:defRPr>
            </a:lvl9pPr>
          </a:lstStyle>
          <a:p/>
        </p:txBody>
      </p:sp>
      <p:sp>
        <p:nvSpPr>
          <p:cNvPr id="326" name="Google Shape;326;p75"/>
          <p:cNvSpPr txBox="1"/>
          <p:nvPr>
            <p:ph idx="12" type="sldNum"/>
          </p:nvPr>
        </p:nvSpPr>
        <p:spPr>
          <a:xfrm>
            <a:off x="85244" y="6271489"/>
            <a:ext cx="731700" cy="524700"/>
          </a:xfrm>
          <a:prstGeom prst="rect">
            <a:avLst/>
          </a:prstGeom>
          <a:noFill/>
          <a:ln>
            <a:noFill/>
          </a:ln>
        </p:spPr>
        <p:txBody>
          <a:bodyPr anchorCtr="0" anchor="ctr" bIns="121925" lIns="121925" spcFirstLastPara="1" rIns="121925" wrap="square" tIns="121925">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FFFFF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Black text)" type="tx">
  <p:cSld name="TITLE_AND_BODY">
    <p:spTree>
      <p:nvGrpSpPr>
        <p:cNvPr id="327" name="Shape 327"/>
        <p:cNvGrpSpPr/>
        <p:nvPr/>
      </p:nvGrpSpPr>
      <p:grpSpPr>
        <a:xfrm>
          <a:off x="0" y="0"/>
          <a:ext cx="0" cy="0"/>
          <a:chOff x="0" y="0"/>
          <a:chExt cx="0" cy="0"/>
        </a:xfrm>
      </p:grpSpPr>
      <p:sp>
        <p:nvSpPr>
          <p:cNvPr id="328" name="Google Shape;328;p76"/>
          <p:cNvSpPr/>
          <p:nvPr/>
        </p:nvSpPr>
        <p:spPr>
          <a:xfrm>
            <a:off x="0" y="0"/>
            <a:ext cx="3078900" cy="6858000"/>
          </a:xfrm>
          <a:prstGeom prst="rect">
            <a:avLst/>
          </a:prstGeom>
          <a:solidFill>
            <a:srgbClr val="3896D2"/>
          </a:solidFill>
          <a:ln>
            <a:noFill/>
          </a:ln>
          <a:effectLst>
            <a:outerShdw blurRad="38106" rotWithShape="0" dir="5400000" dist="25404">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329" name="Google Shape;329;p76"/>
          <p:cNvSpPr txBox="1"/>
          <p:nvPr>
            <p:ph idx="1" type="subTitle"/>
          </p:nvPr>
        </p:nvSpPr>
        <p:spPr>
          <a:xfrm>
            <a:off x="318400" y="637000"/>
            <a:ext cx="2442000" cy="524700"/>
          </a:xfrm>
          <a:prstGeom prst="rect">
            <a:avLst/>
          </a:prstGeom>
          <a:noFill/>
          <a:ln>
            <a:noFill/>
          </a:ln>
        </p:spPr>
        <p:txBody>
          <a:bodyPr anchorCtr="0" anchor="t" bIns="121925" lIns="121925" spcFirstLastPara="1" rIns="121925" wrap="square" tIns="121925">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330" name="Google Shape;330;p76"/>
          <p:cNvSpPr txBox="1"/>
          <p:nvPr>
            <p:ph idx="2" type="body"/>
          </p:nvPr>
        </p:nvSpPr>
        <p:spPr>
          <a:xfrm>
            <a:off x="3295767" y="637000"/>
            <a:ext cx="7599900" cy="57864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331" name="Google Shape;331;p76"/>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2" name="Shape 332"/>
        <p:cNvGrpSpPr/>
        <p:nvPr/>
      </p:nvGrpSpPr>
      <p:grpSpPr>
        <a:xfrm>
          <a:off x="0" y="0"/>
          <a:ext cx="0" cy="0"/>
          <a:chOff x="0" y="0"/>
          <a:chExt cx="0" cy="0"/>
        </a:xfrm>
      </p:grpSpPr>
      <p:sp>
        <p:nvSpPr>
          <p:cNvPr id="333" name="Google Shape;333;p7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34" name="Google Shape;334;p77"/>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35" name="Google Shape;335;p77"/>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36" name="Google Shape;336;p77"/>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3">
  <p:cSld name="TITLE_AND_BODY_3">
    <p:spTree>
      <p:nvGrpSpPr>
        <p:cNvPr id="337" name="Shape 337"/>
        <p:cNvGrpSpPr/>
        <p:nvPr/>
      </p:nvGrpSpPr>
      <p:grpSpPr>
        <a:xfrm>
          <a:off x="0" y="0"/>
          <a:ext cx="0" cy="0"/>
          <a:chOff x="0" y="0"/>
          <a:chExt cx="0" cy="0"/>
        </a:xfrm>
      </p:grpSpPr>
      <p:sp>
        <p:nvSpPr>
          <p:cNvPr id="338" name="Google Shape;338;p78"/>
          <p:cNvSpPr txBox="1"/>
          <p:nvPr>
            <p:ph type="title"/>
          </p:nvPr>
        </p:nvSpPr>
        <p:spPr>
          <a:xfrm>
            <a:off x="415600" y="593367"/>
            <a:ext cx="11360700" cy="763500"/>
          </a:xfrm>
          <a:prstGeom prst="rect">
            <a:avLst/>
          </a:prstGeom>
          <a:noFill/>
          <a:ln>
            <a:noFill/>
          </a:ln>
        </p:spPr>
        <p:txBody>
          <a:bodyPr anchorCtr="0" anchor="t" bIns="121925" lIns="121925" spcFirstLastPara="1" rIns="121925" wrap="square" tIns="121925">
            <a:noAutofit/>
          </a:bodyPr>
          <a:lstStyle>
            <a:lvl1pPr lvl="0" algn="l">
              <a:lnSpc>
                <a:spcPct val="100000"/>
              </a:lnSpc>
              <a:spcBef>
                <a:spcPts val="0"/>
              </a:spcBef>
              <a:spcAft>
                <a:spcPts val="0"/>
              </a:spcAft>
              <a:buSzPts val="3700"/>
              <a:buNone/>
              <a:defRPr b="1"/>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39" name="Google Shape;339;p78"/>
          <p:cNvSpPr txBox="1"/>
          <p:nvPr>
            <p:ph idx="1" type="body"/>
          </p:nvPr>
        </p:nvSpPr>
        <p:spPr>
          <a:xfrm>
            <a:off x="415600" y="1536633"/>
            <a:ext cx="11360700" cy="4555200"/>
          </a:xfrm>
          <a:prstGeom prst="rect">
            <a:avLst/>
          </a:prstGeom>
          <a:noFill/>
          <a:ln>
            <a:noFill/>
          </a:ln>
        </p:spPr>
        <p:txBody>
          <a:bodyPr anchorCtr="0" anchor="t" bIns="121925" lIns="121925" spcFirstLastPara="1" rIns="121925" wrap="square" tIns="121925">
            <a:no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2100"/>
              </a:spcBef>
              <a:spcAft>
                <a:spcPts val="0"/>
              </a:spcAft>
              <a:buSzPts val="1900"/>
              <a:buChar char="○"/>
              <a:defRPr/>
            </a:lvl2pPr>
            <a:lvl3pPr indent="-349250" lvl="2" marL="1371600" algn="l">
              <a:lnSpc>
                <a:spcPct val="115000"/>
              </a:lnSpc>
              <a:spcBef>
                <a:spcPts val="2100"/>
              </a:spcBef>
              <a:spcAft>
                <a:spcPts val="0"/>
              </a:spcAft>
              <a:buSzPts val="1900"/>
              <a:buChar char="■"/>
              <a:defRPr/>
            </a:lvl3pPr>
            <a:lvl4pPr indent="-349250" lvl="3" marL="1828800" algn="l">
              <a:lnSpc>
                <a:spcPct val="115000"/>
              </a:lnSpc>
              <a:spcBef>
                <a:spcPts val="2100"/>
              </a:spcBef>
              <a:spcAft>
                <a:spcPts val="0"/>
              </a:spcAft>
              <a:buSzPts val="1900"/>
              <a:buChar char="●"/>
              <a:defRPr/>
            </a:lvl4pPr>
            <a:lvl5pPr indent="-349250" lvl="4" marL="2286000" algn="l">
              <a:lnSpc>
                <a:spcPct val="115000"/>
              </a:lnSpc>
              <a:spcBef>
                <a:spcPts val="2100"/>
              </a:spcBef>
              <a:spcAft>
                <a:spcPts val="0"/>
              </a:spcAft>
              <a:buSzPts val="1900"/>
              <a:buChar char="○"/>
              <a:defRPr/>
            </a:lvl5pPr>
            <a:lvl6pPr indent="-349250" lvl="5" marL="2743200" algn="l">
              <a:lnSpc>
                <a:spcPct val="115000"/>
              </a:lnSpc>
              <a:spcBef>
                <a:spcPts val="2100"/>
              </a:spcBef>
              <a:spcAft>
                <a:spcPts val="0"/>
              </a:spcAft>
              <a:buSzPts val="1900"/>
              <a:buChar char="■"/>
              <a:defRPr/>
            </a:lvl6pPr>
            <a:lvl7pPr indent="-349250" lvl="6" marL="3200400" algn="l">
              <a:lnSpc>
                <a:spcPct val="115000"/>
              </a:lnSpc>
              <a:spcBef>
                <a:spcPts val="2100"/>
              </a:spcBef>
              <a:spcAft>
                <a:spcPts val="0"/>
              </a:spcAft>
              <a:buSzPts val="1900"/>
              <a:buChar char="●"/>
              <a:defRPr/>
            </a:lvl7pPr>
            <a:lvl8pPr indent="-349250" lvl="7" marL="3657600" algn="l">
              <a:lnSpc>
                <a:spcPct val="115000"/>
              </a:lnSpc>
              <a:spcBef>
                <a:spcPts val="2100"/>
              </a:spcBef>
              <a:spcAft>
                <a:spcPts val="0"/>
              </a:spcAft>
              <a:buSzPts val="1900"/>
              <a:buChar char="○"/>
              <a:defRPr/>
            </a:lvl8pPr>
            <a:lvl9pPr indent="-349250" lvl="8" marL="4114800" algn="l">
              <a:lnSpc>
                <a:spcPct val="115000"/>
              </a:lnSpc>
              <a:spcBef>
                <a:spcPts val="2100"/>
              </a:spcBef>
              <a:spcAft>
                <a:spcPts val="2100"/>
              </a:spcAft>
              <a:buSzPts val="1900"/>
              <a:buChar char="■"/>
              <a:defRPr/>
            </a:lvl9pPr>
          </a:lstStyle>
          <a:p/>
        </p:txBody>
      </p:sp>
      <p:sp>
        <p:nvSpPr>
          <p:cNvPr id="340" name="Google Shape;340;p78"/>
          <p:cNvSpPr txBox="1"/>
          <p:nvPr>
            <p:ph idx="12" type="sldNum"/>
          </p:nvPr>
        </p:nvSpPr>
        <p:spPr>
          <a:xfrm>
            <a:off x="11296611" y="6217623"/>
            <a:ext cx="731700" cy="524700"/>
          </a:xfrm>
          <a:prstGeom prst="rect">
            <a:avLst/>
          </a:prstGeom>
          <a:noFill/>
          <a:ln>
            <a:noFill/>
          </a:ln>
        </p:spPr>
        <p:txBody>
          <a:bodyPr anchorCtr="0" anchor="ctr" bIns="121925" lIns="121925" spcFirstLastPara="1" rIns="121925" wrap="square" tIns="121925">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ite)" type="blank">
  <p:cSld name="BLANK">
    <p:spTree>
      <p:nvGrpSpPr>
        <p:cNvPr id="341" name="Shape 341"/>
        <p:cNvGrpSpPr/>
        <p:nvPr/>
      </p:nvGrpSpPr>
      <p:grpSpPr>
        <a:xfrm>
          <a:off x="0" y="0"/>
          <a:ext cx="0" cy="0"/>
          <a:chOff x="0" y="0"/>
          <a:chExt cx="0" cy="0"/>
        </a:xfrm>
      </p:grpSpPr>
      <p:sp>
        <p:nvSpPr>
          <p:cNvPr id="342" name="Google Shape;342;p79"/>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Centered)" type="secHead">
  <p:cSld name="SECTION_HEADER">
    <p:bg>
      <p:bgPr>
        <a:solidFill>
          <a:srgbClr val="324158"/>
        </a:solidFill>
      </p:bgPr>
    </p:bg>
    <p:spTree>
      <p:nvGrpSpPr>
        <p:cNvPr id="343" name="Shape 343"/>
        <p:cNvGrpSpPr/>
        <p:nvPr/>
      </p:nvGrpSpPr>
      <p:grpSpPr>
        <a:xfrm>
          <a:off x="0" y="0"/>
          <a:ext cx="0" cy="0"/>
          <a:chOff x="0" y="0"/>
          <a:chExt cx="0" cy="0"/>
        </a:xfrm>
      </p:grpSpPr>
      <p:sp>
        <p:nvSpPr>
          <p:cNvPr id="344" name="Google Shape;344;p80"/>
          <p:cNvSpPr txBox="1"/>
          <p:nvPr>
            <p:ph type="title"/>
          </p:nvPr>
        </p:nvSpPr>
        <p:spPr>
          <a:xfrm>
            <a:off x="415600" y="2123600"/>
            <a:ext cx="11360700" cy="2610900"/>
          </a:xfrm>
          <a:prstGeom prst="rect">
            <a:avLst/>
          </a:prstGeom>
          <a:noFill/>
          <a:ln>
            <a:noFill/>
          </a:ln>
        </p:spPr>
        <p:txBody>
          <a:bodyPr anchorCtr="0" anchor="ctr" bIns="121925" lIns="121925" spcFirstLastPara="1" rIns="121925" wrap="square" tIns="121925">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45" name="Google Shape;345;p80"/>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46" name="Shape 346"/>
        <p:cNvGrpSpPr/>
        <p:nvPr/>
      </p:nvGrpSpPr>
      <p:grpSpPr>
        <a:xfrm>
          <a:off x="0" y="0"/>
          <a:ext cx="0" cy="0"/>
          <a:chOff x="0" y="0"/>
          <a:chExt cx="0" cy="0"/>
        </a:xfrm>
      </p:grpSpPr>
      <p:sp>
        <p:nvSpPr>
          <p:cNvPr id="347" name="Google Shape;347;p81"/>
          <p:cNvSpPr txBox="1"/>
          <p:nvPr>
            <p:ph type="title"/>
          </p:nvPr>
        </p:nvSpPr>
        <p:spPr>
          <a:xfrm>
            <a:off x="961232" y="123899"/>
            <a:ext cx="10269600" cy="345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4000"/>
              <a:buNone/>
              <a:defRPr b="0" i="0" sz="2100">
                <a:solidFill>
                  <a:schemeClr val="dk1"/>
                </a:solidFill>
                <a:latin typeface="Verdana"/>
                <a:ea typeface="Verdana"/>
                <a:cs typeface="Verdana"/>
                <a:sym typeface="Verdana"/>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348" name="Google Shape;348;p81"/>
          <p:cNvSpPr txBox="1"/>
          <p:nvPr>
            <p:ph idx="1" type="body"/>
          </p:nvPr>
        </p:nvSpPr>
        <p:spPr>
          <a:xfrm>
            <a:off x="1182979" y="1374478"/>
            <a:ext cx="9825900" cy="38661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2400"/>
              <a:buNone/>
              <a:defRPr b="0" i="0">
                <a:solidFill>
                  <a:schemeClr val="dk1"/>
                </a:solidFill>
              </a:defRPr>
            </a:lvl1pPr>
            <a:lvl2pPr indent="-228600" lvl="1" marL="914400" algn="l">
              <a:lnSpc>
                <a:spcPct val="115000"/>
              </a:lnSpc>
              <a:spcBef>
                <a:spcPts val="1600"/>
              </a:spcBef>
              <a:spcAft>
                <a:spcPts val="0"/>
              </a:spcAft>
              <a:buSzPts val="1900"/>
              <a:buNone/>
              <a:defRPr/>
            </a:lvl2pPr>
            <a:lvl3pPr indent="-228600" lvl="2" marL="1371600" algn="l">
              <a:lnSpc>
                <a:spcPct val="115000"/>
              </a:lnSpc>
              <a:spcBef>
                <a:spcPts val="1600"/>
              </a:spcBef>
              <a:spcAft>
                <a:spcPts val="0"/>
              </a:spcAft>
              <a:buSzPts val="1900"/>
              <a:buNone/>
              <a:defRPr/>
            </a:lvl3pPr>
            <a:lvl4pPr indent="-228600" lvl="3" marL="1828800" algn="l">
              <a:lnSpc>
                <a:spcPct val="115000"/>
              </a:lnSpc>
              <a:spcBef>
                <a:spcPts val="1600"/>
              </a:spcBef>
              <a:spcAft>
                <a:spcPts val="0"/>
              </a:spcAft>
              <a:buSzPts val="1900"/>
              <a:buNone/>
              <a:defRPr/>
            </a:lvl4pPr>
            <a:lvl5pPr indent="-228600" lvl="4" marL="2286000" algn="l">
              <a:lnSpc>
                <a:spcPct val="115000"/>
              </a:lnSpc>
              <a:spcBef>
                <a:spcPts val="1600"/>
              </a:spcBef>
              <a:spcAft>
                <a:spcPts val="0"/>
              </a:spcAft>
              <a:buSzPts val="1900"/>
              <a:buNone/>
              <a:defRPr/>
            </a:lvl5pPr>
            <a:lvl6pPr indent="-228600" lvl="5" marL="2743200" algn="l">
              <a:lnSpc>
                <a:spcPct val="115000"/>
              </a:lnSpc>
              <a:spcBef>
                <a:spcPts val="1600"/>
              </a:spcBef>
              <a:spcAft>
                <a:spcPts val="0"/>
              </a:spcAft>
              <a:buSzPts val="1900"/>
              <a:buNone/>
              <a:defRPr/>
            </a:lvl6pPr>
            <a:lvl7pPr indent="-228600" lvl="6" marL="3200400" algn="l">
              <a:lnSpc>
                <a:spcPct val="115000"/>
              </a:lnSpc>
              <a:spcBef>
                <a:spcPts val="1600"/>
              </a:spcBef>
              <a:spcAft>
                <a:spcPts val="0"/>
              </a:spcAft>
              <a:buSzPts val="1900"/>
              <a:buNone/>
              <a:defRPr/>
            </a:lvl7pPr>
            <a:lvl8pPr indent="-228600" lvl="7" marL="3657600" algn="l">
              <a:lnSpc>
                <a:spcPct val="115000"/>
              </a:lnSpc>
              <a:spcBef>
                <a:spcPts val="1600"/>
              </a:spcBef>
              <a:spcAft>
                <a:spcPts val="0"/>
              </a:spcAft>
              <a:buSzPts val="1900"/>
              <a:buNone/>
              <a:defRPr/>
            </a:lvl8pPr>
            <a:lvl9pPr indent="-228600" lvl="8" marL="4114800" algn="l">
              <a:lnSpc>
                <a:spcPct val="115000"/>
              </a:lnSpc>
              <a:spcBef>
                <a:spcPts val="1600"/>
              </a:spcBef>
              <a:spcAft>
                <a:spcPts val="1600"/>
              </a:spcAft>
              <a:buSzPts val="1900"/>
              <a:buNone/>
              <a:defRPr/>
            </a:lvl9pPr>
          </a:lstStyle>
          <a:p/>
        </p:txBody>
      </p:sp>
      <p:sp>
        <p:nvSpPr>
          <p:cNvPr id="349" name="Google Shape;349;p81"/>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50" name="Google Shape;350;p81"/>
          <p:cNvSpPr txBox="1"/>
          <p:nvPr>
            <p:ph idx="10" type="dt"/>
          </p:nvPr>
        </p:nvSpPr>
        <p:spPr>
          <a:xfrm>
            <a:off x="609600" y="6377940"/>
            <a:ext cx="28044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51" name="Google Shape;351;p81"/>
          <p:cNvSpPr txBox="1"/>
          <p:nvPr>
            <p:ph idx="12" type="sldNum"/>
          </p:nvPr>
        </p:nvSpPr>
        <p:spPr>
          <a:xfrm>
            <a:off x="8778240" y="6377940"/>
            <a:ext cx="28044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900">
              <a:latin typeface="Calibri"/>
              <a:ea typeface="Calibri"/>
              <a:cs typeface="Calibri"/>
              <a:sym typeface="Calibri"/>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352" name="Shape 352"/>
        <p:cNvGrpSpPr/>
        <p:nvPr/>
      </p:nvGrpSpPr>
      <p:grpSpPr>
        <a:xfrm>
          <a:off x="0" y="0"/>
          <a:ext cx="0" cy="0"/>
          <a:chOff x="0" y="0"/>
          <a:chExt cx="0" cy="0"/>
        </a:xfrm>
      </p:grpSpPr>
      <p:sp>
        <p:nvSpPr>
          <p:cNvPr id="353" name="Google Shape;353;p82"/>
          <p:cNvSpPr txBox="1"/>
          <p:nvPr>
            <p:ph idx="11" type="ftr"/>
          </p:nvPr>
        </p:nvSpPr>
        <p:spPr>
          <a:xfrm>
            <a:off x="4145280" y="6377940"/>
            <a:ext cx="3901500" cy="342900"/>
          </a:xfrm>
          <a:prstGeom prst="rect">
            <a:avLst/>
          </a:prstGeom>
          <a:noFill/>
          <a:ln>
            <a:noFill/>
          </a:ln>
        </p:spPr>
        <p:txBody>
          <a:bodyPr anchorCtr="0" anchor="t" bIns="0" lIns="0" spcFirstLastPara="1" rIns="0" wrap="square" tIns="0">
            <a:spAutoFit/>
          </a:bodyPr>
          <a:lstStyle>
            <a:lvl1pPr lvl="0" marR="0" algn="ctr">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54" name="Google Shape;354;p82"/>
          <p:cNvSpPr txBox="1"/>
          <p:nvPr>
            <p:ph idx="10" type="dt"/>
          </p:nvPr>
        </p:nvSpPr>
        <p:spPr>
          <a:xfrm>
            <a:off x="609600" y="6377940"/>
            <a:ext cx="2804400" cy="342900"/>
          </a:xfrm>
          <a:prstGeom prst="rect">
            <a:avLst/>
          </a:prstGeom>
          <a:noFill/>
          <a:ln>
            <a:noFill/>
          </a:ln>
        </p:spPr>
        <p:txBody>
          <a:bodyPr anchorCtr="0" anchor="t" bIns="0" lIns="0" spcFirstLastPara="1" rIns="0" wrap="square" tIns="0">
            <a:spAutoFit/>
          </a:bodyPr>
          <a:lstStyle>
            <a:lvl1pPr lvl="0" marR="0" algn="l">
              <a:lnSpc>
                <a:spcPct val="100000"/>
              </a:lnSpc>
              <a:spcBef>
                <a:spcPts val="0"/>
              </a:spcBef>
              <a:spcAft>
                <a:spcPts val="0"/>
              </a:spcAft>
              <a:buClr>
                <a:srgbClr val="000000"/>
              </a:buClr>
              <a:buSzPts val="1500"/>
              <a:buFont typeface="Arial"/>
              <a:buNone/>
              <a:defRPr b="0" i="0" sz="1500" u="none" cap="none" strike="noStrike">
                <a:solidFill>
                  <a:srgbClr val="888888"/>
                </a:solidFill>
                <a:latin typeface="Arial"/>
                <a:ea typeface="Arial"/>
                <a:cs typeface="Arial"/>
                <a:sym typeface="Arial"/>
              </a:defRPr>
            </a:lvl1pPr>
            <a:lvl2pPr lvl="1"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355" name="Google Shape;355;p82"/>
          <p:cNvSpPr txBox="1"/>
          <p:nvPr>
            <p:ph idx="12" type="sldNum"/>
          </p:nvPr>
        </p:nvSpPr>
        <p:spPr>
          <a:xfrm>
            <a:off x="8778240" y="6377940"/>
            <a:ext cx="2804400" cy="2001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sz="1900">
              <a:latin typeface="Calibri"/>
              <a:ea typeface="Calibri"/>
              <a:cs typeface="Calibri"/>
              <a:sym typeface="Calibri"/>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ight Blue)">
  <p:cSld name="BLANK_1_1">
    <p:bg>
      <p:bgPr>
        <a:solidFill>
          <a:srgbClr val="3896D2"/>
        </a:solidFill>
      </p:bgPr>
    </p:bg>
    <p:spTree>
      <p:nvGrpSpPr>
        <p:cNvPr id="356" name="Shape 356"/>
        <p:cNvGrpSpPr/>
        <p:nvPr/>
      </p:nvGrpSpPr>
      <p:grpSpPr>
        <a:xfrm>
          <a:off x="0" y="0"/>
          <a:ext cx="0" cy="0"/>
          <a:chOff x="0" y="0"/>
          <a:chExt cx="0" cy="0"/>
        </a:xfrm>
      </p:grpSpPr>
      <p:sp>
        <p:nvSpPr>
          <p:cNvPr id="357" name="Google Shape;357;p83"/>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SECTION_HEADER_3">
    <p:bg>
      <p:bgPr>
        <a:solidFill>
          <a:srgbClr val="324158"/>
        </a:solidFill>
      </p:bgPr>
    </p:bg>
    <p:spTree>
      <p:nvGrpSpPr>
        <p:cNvPr id="358" name="Shape 358"/>
        <p:cNvGrpSpPr/>
        <p:nvPr/>
      </p:nvGrpSpPr>
      <p:grpSpPr>
        <a:xfrm>
          <a:off x="0" y="0"/>
          <a:ext cx="0" cy="0"/>
          <a:chOff x="0" y="0"/>
          <a:chExt cx="0" cy="0"/>
        </a:xfrm>
      </p:grpSpPr>
      <p:sp>
        <p:nvSpPr>
          <p:cNvPr id="359" name="Google Shape;359;p84"/>
          <p:cNvSpPr txBox="1"/>
          <p:nvPr/>
        </p:nvSpPr>
        <p:spPr>
          <a:xfrm>
            <a:off x="1509800" y="2748300"/>
            <a:ext cx="9172500" cy="1293300"/>
          </a:xfrm>
          <a:prstGeom prst="rect">
            <a:avLst/>
          </a:prstGeom>
          <a:noFill/>
          <a:ln>
            <a:noFill/>
          </a:ln>
        </p:spPr>
        <p:txBody>
          <a:bodyPr anchorCtr="0" anchor="t" bIns="121925" lIns="121925" spcFirstLastPara="1" rIns="121925" wrap="square" tIns="121925">
            <a:noAutofit/>
          </a:bodyPr>
          <a:lstStyle/>
          <a:p>
            <a:pPr indent="0" lvl="0" marL="0" marR="0" rtl="0" algn="ctr">
              <a:lnSpc>
                <a:spcPct val="100000"/>
              </a:lnSpc>
              <a:spcBef>
                <a:spcPts val="0"/>
              </a:spcBef>
              <a:spcAft>
                <a:spcPts val="0"/>
              </a:spcAft>
              <a:buClr>
                <a:srgbClr val="000000"/>
              </a:buClr>
              <a:buSzPts val="8000"/>
              <a:buFont typeface="Arial"/>
              <a:buNone/>
            </a:pPr>
            <a:r>
              <a:rPr b="1" i="0" lang="en-US" sz="8000" u="none" cap="none" strike="noStrike">
                <a:solidFill>
                  <a:schemeClr val="lt1"/>
                </a:solidFill>
                <a:latin typeface="Fira Sans"/>
                <a:ea typeface="Fira Sans"/>
                <a:cs typeface="Fira Sans"/>
                <a:sym typeface="Fira Sans"/>
              </a:rPr>
              <a:t>Thank You!</a:t>
            </a:r>
            <a:endParaRPr b="1" i="0" sz="8000" u="none" cap="none" strike="noStrike">
              <a:solidFill>
                <a:schemeClr val="lt1"/>
              </a:solidFill>
              <a:latin typeface="Fira Sans"/>
              <a:ea typeface="Fira Sans"/>
              <a:cs typeface="Fira Sans"/>
              <a:sym typeface="Fira Sans"/>
            </a:endParaRPr>
          </a:p>
        </p:txBody>
      </p:sp>
      <p:sp>
        <p:nvSpPr>
          <p:cNvPr id="360" name="Google Shape;360;p84"/>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White/Light Blue)(Centered)">
  <p:cSld name="SECTION_HEADER_2">
    <p:bg>
      <p:bgPr>
        <a:solidFill>
          <a:schemeClr val="lt1"/>
        </a:solidFill>
      </p:bgPr>
    </p:bg>
    <p:spTree>
      <p:nvGrpSpPr>
        <p:cNvPr id="361" name="Shape 361"/>
        <p:cNvGrpSpPr/>
        <p:nvPr/>
      </p:nvGrpSpPr>
      <p:grpSpPr>
        <a:xfrm>
          <a:off x="0" y="0"/>
          <a:ext cx="0" cy="0"/>
          <a:chOff x="0" y="0"/>
          <a:chExt cx="0" cy="0"/>
        </a:xfrm>
      </p:grpSpPr>
      <p:sp>
        <p:nvSpPr>
          <p:cNvPr id="362" name="Google Shape;362;p85"/>
          <p:cNvSpPr txBox="1"/>
          <p:nvPr>
            <p:ph type="title"/>
          </p:nvPr>
        </p:nvSpPr>
        <p:spPr>
          <a:xfrm>
            <a:off x="415600" y="2123600"/>
            <a:ext cx="11360700" cy="2610900"/>
          </a:xfrm>
          <a:prstGeom prst="rect">
            <a:avLst/>
          </a:prstGeom>
          <a:noFill/>
          <a:ln>
            <a:noFill/>
          </a:ln>
        </p:spPr>
        <p:txBody>
          <a:bodyPr anchorCtr="0" anchor="ctr" bIns="121925" lIns="121925" spcFirstLastPara="1" rIns="121925" wrap="square" tIns="121925">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63" name="Google Shape;363;p85"/>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amp; Minimal Text (Centered)">
  <p:cSld name="SECTION_HEADER_2_1">
    <p:bg>
      <p:bgPr>
        <a:solidFill>
          <a:schemeClr val="lt1"/>
        </a:solidFill>
      </p:bgPr>
    </p:bg>
    <p:spTree>
      <p:nvGrpSpPr>
        <p:cNvPr id="364" name="Shape 364"/>
        <p:cNvGrpSpPr/>
        <p:nvPr/>
      </p:nvGrpSpPr>
      <p:grpSpPr>
        <a:xfrm>
          <a:off x="0" y="0"/>
          <a:ext cx="0" cy="0"/>
          <a:chOff x="0" y="0"/>
          <a:chExt cx="0" cy="0"/>
        </a:xfrm>
      </p:grpSpPr>
      <p:sp>
        <p:nvSpPr>
          <p:cNvPr id="365" name="Google Shape;365;p86"/>
          <p:cNvSpPr txBox="1"/>
          <p:nvPr>
            <p:ph type="title"/>
          </p:nvPr>
        </p:nvSpPr>
        <p:spPr>
          <a:xfrm>
            <a:off x="415600" y="2123600"/>
            <a:ext cx="11360700" cy="2610900"/>
          </a:xfrm>
          <a:prstGeom prst="rect">
            <a:avLst/>
          </a:prstGeom>
          <a:noFill/>
          <a:ln>
            <a:noFill/>
          </a:ln>
        </p:spPr>
        <p:txBody>
          <a:bodyPr anchorCtr="0" anchor="ctr" bIns="121925" lIns="121925" spcFirstLastPara="1" rIns="121925" wrap="square" tIns="121925">
            <a:noAutofit/>
          </a:bodyPr>
          <a:lstStyle>
            <a:lvl1pPr lvl="0" algn="ctr">
              <a:lnSpc>
                <a:spcPct val="100000"/>
              </a:lnSpc>
              <a:spcBef>
                <a:spcPts val="0"/>
              </a:spcBef>
              <a:spcAft>
                <a:spcPts val="0"/>
              </a:spcAft>
              <a:buClr>
                <a:srgbClr val="3896D2"/>
              </a:buClr>
              <a:buSzPts val="8000"/>
              <a:buFont typeface="Fira Sans"/>
              <a:buNone/>
              <a:defRPr b="1" sz="8000">
                <a:solidFill>
                  <a:srgbClr val="3896D2"/>
                </a:solidFill>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66" name="Google Shape;366;p86"/>
          <p:cNvSpPr txBox="1"/>
          <p:nvPr>
            <p:ph idx="1" type="subTitle"/>
          </p:nvPr>
        </p:nvSpPr>
        <p:spPr>
          <a:xfrm>
            <a:off x="2795833" y="4866167"/>
            <a:ext cx="6565200" cy="632400"/>
          </a:xfrm>
          <a:prstGeom prst="rect">
            <a:avLst/>
          </a:prstGeom>
          <a:noFill/>
          <a:ln>
            <a:noFill/>
          </a:ln>
        </p:spPr>
        <p:txBody>
          <a:bodyPr anchorCtr="0" anchor="t" bIns="121925" lIns="121925" spcFirstLastPara="1" rIns="121925" wrap="square" tIns="121925">
            <a:noAutofit/>
          </a:bodyPr>
          <a:lstStyle>
            <a:lvl1pPr lvl="0" algn="ctr">
              <a:lnSpc>
                <a:spcPct val="115000"/>
              </a:lnSpc>
              <a:spcBef>
                <a:spcPts val="0"/>
              </a:spcBef>
              <a:spcAft>
                <a:spcPts val="0"/>
              </a:spcAft>
              <a:buSzPts val="2400"/>
              <a:buNone/>
              <a:defRPr sz="3200">
                <a:solidFill>
                  <a:srgbClr val="000000"/>
                </a:solidFill>
                <a:latin typeface="Fira Sans"/>
                <a:ea typeface="Fira Sans"/>
                <a:cs typeface="Fira Sans"/>
                <a:sym typeface="Fira Sans"/>
              </a:defRPr>
            </a:lvl1pPr>
            <a:lvl2pPr lvl="1" algn="l">
              <a:lnSpc>
                <a:spcPct val="115000"/>
              </a:lnSpc>
              <a:spcBef>
                <a:spcPts val="2100"/>
              </a:spcBef>
              <a:spcAft>
                <a:spcPts val="0"/>
              </a:spcAft>
              <a:buSzPts val="1900"/>
              <a:buNone/>
              <a:defRPr/>
            </a:lvl2pPr>
            <a:lvl3pPr lvl="2" algn="l">
              <a:lnSpc>
                <a:spcPct val="115000"/>
              </a:lnSpc>
              <a:spcBef>
                <a:spcPts val="2100"/>
              </a:spcBef>
              <a:spcAft>
                <a:spcPts val="0"/>
              </a:spcAft>
              <a:buSzPts val="1900"/>
              <a:buNone/>
              <a:defRPr/>
            </a:lvl3pPr>
            <a:lvl4pPr lvl="3" algn="l">
              <a:lnSpc>
                <a:spcPct val="115000"/>
              </a:lnSpc>
              <a:spcBef>
                <a:spcPts val="2100"/>
              </a:spcBef>
              <a:spcAft>
                <a:spcPts val="0"/>
              </a:spcAft>
              <a:buSzPts val="1900"/>
              <a:buNone/>
              <a:defRPr/>
            </a:lvl4pPr>
            <a:lvl5pPr lvl="4" algn="l">
              <a:lnSpc>
                <a:spcPct val="115000"/>
              </a:lnSpc>
              <a:spcBef>
                <a:spcPts val="2100"/>
              </a:spcBef>
              <a:spcAft>
                <a:spcPts val="0"/>
              </a:spcAft>
              <a:buSzPts val="1900"/>
              <a:buNone/>
              <a:defRPr/>
            </a:lvl5pPr>
            <a:lvl6pPr lvl="5" algn="l">
              <a:lnSpc>
                <a:spcPct val="115000"/>
              </a:lnSpc>
              <a:spcBef>
                <a:spcPts val="2100"/>
              </a:spcBef>
              <a:spcAft>
                <a:spcPts val="0"/>
              </a:spcAft>
              <a:buSzPts val="1900"/>
              <a:buNone/>
              <a:defRPr/>
            </a:lvl6pPr>
            <a:lvl7pPr lvl="6" algn="l">
              <a:lnSpc>
                <a:spcPct val="115000"/>
              </a:lnSpc>
              <a:spcBef>
                <a:spcPts val="2100"/>
              </a:spcBef>
              <a:spcAft>
                <a:spcPts val="0"/>
              </a:spcAft>
              <a:buSzPts val="1900"/>
              <a:buNone/>
              <a:defRPr/>
            </a:lvl7pPr>
            <a:lvl8pPr lvl="7" algn="l">
              <a:lnSpc>
                <a:spcPct val="115000"/>
              </a:lnSpc>
              <a:spcBef>
                <a:spcPts val="2100"/>
              </a:spcBef>
              <a:spcAft>
                <a:spcPts val="0"/>
              </a:spcAft>
              <a:buSzPts val="1900"/>
              <a:buNone/>
              <a:defRPr/>
            </a:lvl8pPr>
            <a:lvl9pPr lvl="8" algn="l">
              <a:lnSpc>
                <a:spcPct val="115000"/>
              </a:lnSpc>
              <a:spcBef>
                <a:spcPts val="2100"/>
              </a:spcBef>
              <a:spcAft>
                <a:spcPts val="2100"/>
              </a:spcAft>
              <a:buSzPts val="1900"/>
              <a:buNone/>
              <a:defRPr/>
            </a:lvl9pPr>
          </a:lstStyle>
          <a:p/>
        </p:txBody>
      </p:sp>
      <p:sp>
        <p:nvSpPr>
          <p:cNvPr id="367" name="Google Shape;367;p86"/>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Title (Top)">
  <p:cSld name="SECTION_HEADER_1">
    <p:bg>
      <p:bgPr>
        <a:solidFill>
          <a:srgbClr val="324158"/>
        </a:solidFill>
      </p:bgPr>
    </p:bg>
    <p:spTree>
      <p:nvGrpSpPr>
        <p:cNvPr id="368" name="Shape 368"/>
        <p:cNvGrpSpPr/>
        <p:nvPr/>
      </p:nvGrpSpPr>
      <p:grpSpPr>
        <a:xfrm>
          <a:off x="0" y="0"/>
          <a:ext cx="0" cy="0"/>
          <a:chOff x="0" y="0"/>
          <a:chExt cx="0" cy="0"/>
        </a:xfrm>
      </p:grpSpPr>
      <p:sp>
        <p:nvSpPr>
          <p:cNvPr id="369" name="Google Shape;369;p87"/>
          <p:cNvSpPr txBox="1"/>
          <p:nvPr>
            <p:ph type="title"/>
          </p:nvPr>
        </p:nvSpPr>
        <p:spPr>
          <a:xfrm>
            <a:off x="415600" y="531033"/>
            <a:ext cx="11360700" cy="2610900"/>
          </a:xfrm>
          <a:prstGeom prst="rect">
            <a:avLst/>
          </a:prstGeom>
          <a:noFill/>
          <a:ln>
            <a:noFill/>
          </a:ln>
        </p:spPr>
        <p:txBody>
          <a:bodyPr anchorCtr="0" anchor="ctr" bIns="121925" lIns="121925" spcFirstLastPara="1" rIns="121925" wrap="square" tIns="121925">
            <a:noAutofit/>
          </a:bodyPr>
          <a:lstStyle>
            <a:lvl1pPr lvl="0" algn="ctr">
              <a:lnSpc>
                <a:spcPct val="100000"/>
              </a:lnSpc>
              <a:spcBef>
                <a:spcPts val="0"/>
              </a:spcBef>
              <a:spcAft>
                <a:spcPts val="0"/>
              </a:spcAft>
              <a:buSzPts val="8000"/>
              <a:buFont typeface="Fira Sans"/>
              <a:buNone/>
              <a:defRPr b="1" sz="8000">
                <a:latin typeface="Fira Sans"/>
                <a:ea typeface="Fira Sans"/>
                <a:cs typeface="Fira Sans"/>
                <a:sym typeface="Fira Sans"/>
              </a:defRPr>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70" name="Google Shape;370;p87"/>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lank (1 column) ">
  <p:cSld name="TITLE_AND_BODY_2">
    <p:spTree>
      <p:nvGrpSpPr>
        <p:cNvPr id="371" name="Shape 371"/>
        <p:cNvGrpSpPr/>
        <p:nvPr/>
      </p:nvGrpSpPr>
      <p:grpSpPr>
        <a:xfrm>
          <a:off x="0" y="0"/>
          <a:ext cx="0" cy="0"/>
          <a:chOff x="0" y="0"/>
          <a:chExt cx="0" cy="0"/>
        </a:xfrm>
      </p:grpSpPr>
      <p:sp>
        <p:nvSpPr>
          <p:cNvPr id="372" name="Google Shape;372;p88"/>
          <p:cNvSpPr/>
          <p:nvPr/>
        </p:nvSpPr>
        <p:spPr>
          <a:xfrm>
            <a:off x="0" y="0"/>
            <a:ext cx="3078900" cy="6858000"/>
          </a:xfrm>
          <a:prstGeom prst="rect">
            <a:avLst/>
          </a:prstGeom>
          <a:solidFill>
            <a:srgbClr val="3896D2"/>
          </a:solidFill>
          <a:ln>
            <a:noFill/>
          </a:ln>
          <a:effectLst>
            <a:outerShdw blurRad="38106" rotWithShape="0" dir="5400000" dist="25404">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373" name="Google Shape;373;p88"/>
          <p:cNvSpPr txBox="1"/>
          <p:nvPr>
            <p:ph idx="1" type="subTitle"/>
          </p:nvPr>
        </p:nvSpPr>
        <p:spPr>
          <a:xfrm>
            <a:off x="318400" y="637000"/>
            <a:ext cx="2442000" cy="524700"/>
          </a:xfrm>
          <a:prstGeom prst="rect">
            <a:avLst/>
          </a:prstGeom>
          <a:noFill/>
          <a:ln>
            <a:noFill/>
          </a:ln>
        </p:spPr>
        <p:txBody>
          <a:bodyPr anchorCtr="0" anchor="t" bIns="121925" lIns="121925" spcFirstLastPara="1" rIns="121925" wrap="square" tIns="121925">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374" name="Google Shape;374;p88"/>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column) (Light Blue text)">
  <p:cSld name="TITLE_AND_BODY_1">
    <p:spTree>
      <p:nvGrpSpPr>
        <p:cNvPr id="375" name="Shape 375"/>
        <p:cNvGrpSpPr/>
        <p:nvPr/>
      </p:nvGrpSpPr>
      <p:grpSpPr>
        <a:xfrm>
          <a:off x="0" y="0"/>
          <a:ext cx="0" cy="0"/>
          <a:chOff x="0" y="0"/>
          <a:chExt cx="0" cy="0"/>
        </a:xfrm>
      </p:grpSpPr>
      <p:sp>
        <p:nvSpPr>
          <p:cNvPr id="376" name="Google Shape;376;p89"/>
          <p:cNvSpPr/>
          <p:nvPr/>
        </p:nvSpPr>
        <p:spPr>
          <a:xfrm>
            <a:off x="0" y="0"/>
            <a:ext cx="3078900" cy="6858000"/>
          </a:xfrm>
          <a:prstGeom prst="rect">
            <a:avLst/>
          </a:prstGeom>
          <a:solidFill>
            <a:srgbClr val="3896D2"/>
          </a:solidFill>
          <a:ln>
            <a:noFill/>
          </a:ln>
          <a:effectLst>
            <a:outerShdw blurRad="38106" rotWithShape="0" dir="5400000" dist="25404">
              <a:srgbClr val="000000">
                <a:alpha val="4078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3200"/>
              <a:buFont typeface="Arial"/>
              <a:buNone/>
            </a:pPr>
            <a:r>
              <a:t/>
            </a:r>
            <a:endParaRPr b="1" i="0" sz="3200" u="none" cap="none" strike="noStrike">
              <a:solidFill>
                <a:srgbClr val="FFFFFF"/>
              </a:solidFill>
              <a:latin typeface="Fira Sans"/>
              <a:ea typeface="Fira Sans"/>
              <a:cs typeface="Fira Sans"/>
              <a:sym typeface="Fira Sans"/>
            </a:endParaRPr>
          </a:p>
        </p:txBody>
      </p:sp>
      <p:sp>
        <p:nvSpPr>
          <p:cNvPr id="377" name="Google Shape;377;p89"/>
          <p:cNvSpPr txBox="1"/>
          <p:nvPr>
            <p:ph idx="1" type="subTitle"/>
          </p:nvPr>
        </p:nvSpPr>
        <p:spPr>
          <a:xfrm>
            <a:off x="318400" y="637000"/>
            <a:ext cx="2442000" cy="524700"/>
          </a:xfrm>
          <a:prstGeom prst="rect">
            <a:avLst/>
          </a:prstGeom>
          <a:noFill/>
          <a:ln>
            <a:noFill/>
          </a:ln>
        </p:spPr>
        <p:txBody>
          <a:bodyPr anchorCtr="0" anchor="t" bIns="121925" lIns="121925" spcFirstLastPara="1" rIns="121925" wrap="square" tIns="121925">
            <a:noAutofit/>
          </a:bodyPr>
          <a:lstStyle>
            <a:lvl1pPr lvl="0" algn="ctr">
              <a:lnSpc>
                <a:spcPct val="115000"/>
              </a:lnSpc>
              <a:spcBef>
                <a:spcPts val="0"/>
              </a:spcBef>
              <a:spcAft>
                <a:spcPts val="0"/>
              </a:spcAft>
              <a:buSzPts val="2400"/>
              <a:buNone/>
              <a:defRPr b="1" sz="3700">
                <a:solidFill>
                  <a:schemeClr val="lt1"/>
                </a:solidFill>
                <a:latin typeface="Fira Sans"/>
                <a:ea typeface="Fira Sans"/>
                <a:cs typeface="Fira Sans"/>
                <a:sym typeface="Fira Sans"/>
              </a:defRPr>
            </a:lvl1pPr>
            <a:lvl2pPr lvl="1" algn="l">
              <a:lnSpc>
                <a:spcPct val="115000"/>
              </a:lnSpc>
              <a:spcBef>
                <a:spcPts val="2100"/>
              </a:spcBef>
              <a:spcAft>
                <a:spcPts val="0"/>
              </a:spcAft>
              <a:buSzPts val="1900"/>
              <a:buNone/>
              <a:defRPr>
                <a:latin typeface="Fira Sans"/>
                <a:ea typeface="Fira Sans"/>
                <a:cs typeface="Fira Sans"/>
                <a:sym typeface="Fira Sans"/>
              </a:defRPr>
            </a:lvl2pPr>
            <a:lvl3pPr lvl="2" algn="l">
              <a:lnSpc>
                <a:spcPct val="115000"/>
              </a:lnSpc>
              <a:spcBef>
                <a:spcPts val="2100"/>
              </a:spcBef>
              <a:spcAft>
                <a:spcPts val="0"/>
              </a:spcAft>
              <a:buSzPts val="1900"/>
              <a:buNone/>
              <a:defRPr>
                <a:latin typeface="Fira Sans"/>
                <a:ea typeface="Fira Sans"/>
                <a:cs typeface="Fira Sans"/>
                <a:sym typeface="Fira Sans"/>
              </a:defRPr>
            </a:lvl3pPr>
            <a:lvl4pPr lvl="3" algn="l">
              <a:lnSpc>
                <a:spcPct val="115000"/>
              </a:lnSpc>
              <a:spcBef>
                <a:spcPts val="2100"/>
              </a:spcBef>
              <a:spcAft>
                <a:spcPts val="0"/>
              </a:spcAft>
              <a:buSzPts val="1900"/>
              <a:buNone/>
              <a:defRPr>
                <a:latin typeface="Fira Sans"/>
                <a:ea typeface="Fira Sans"/>
                <a:cs typeface="Fira Sans"/>
                <a:sym typeface="Fira Sans"/>
              </a:defRPr>
            </a:lvl4pPr>
            <a:lvl5pPr lvl="4" algn="l">
              <a:lnSpc>
                <a:spcPct val="115000"/>
              </a:lnSpc>
              <a:spcBef>
                <a:spcPts val="2100"/>
              </a:spcBef>
              <a:spcAft>
                <a:spcPts val="0"/>
              </a:spcAft>
              <a:buSzPts val="1900"/>
              <a:buNone/>
              <a:defRPr>
                <a:latin typeface="Fira Sans"/>
                <a:ea typeface="Fira Sans"/>
                <a:cs typeface="Fira Sans"/>
                <a:sym typeface="Fira Sans"/>
              </a:defRPr>
            </a:lvl5pPr>
            <a:lvl6pPr lvl="5" algn="l">
              <a:lnSpc>
                <a:spcPct val="115000"/>
              </a:lnSpc>
              <a:spcBef>
                <a:spcPts val="2100"/>
              </a:spcBef>
              <a:spcAft>
                <a:spcPts val="0"/>
              </a:spcAft>
              <a:buSzPts val="1900"/>
              <a:buNone/>
              <a:defRPr>
                <a:latin typeface="Fira Sans"/>
                <a:ea typeface="Fira Sans"/>
                <a:cs typeface="Fira Sans"/>
                <a:sym typeface="Fira Sans"/>
              </a:defRPr>
            </a:lvl6pPr>
            <a:lvl7pPr lvl="6" algn="l">
              <a:lnSpc>
                <a:spcPct val="115000"/>
              </a:lnSpc>
              <a:spcBef>
                <a:spcPts val="2100"/>
              </a:spcBef>
              <a:spcAft>
                <a:spcPts val="0"/>
              </a:spcAft>
              <a:buSzPts val="1900"/>
              <a:buNone/>
              <a:defRPr>
                <a:latin typeface="Fira Sans"/>
                <a:ea typeface="Fira Sans"/>
                <a:cs typeface="Fira Sans"/>
                <a:sym typeface="Fira Sans"/>
              </a:defRPr>
            </a:lvl7pPr>
            <a:lvl8pPr lvl="7" algn="l">
              <a:lnSpc>
                <a:spcPct val="115000"/>
              </a:lnSpc>
              <a:spcBef>
                <a:spcPts val="2100"/>
              </a:spcBef>
              <a:spcAft>
                <a:spcPts val="0"/>
              </a:spcAft>
              <a:buSzPts val="1900"/>
              <a:buNone/>
              <a:defRPr>
                <a:latin typeface="Fira Sans"/>
                <a:ea typeface="Fira Sans"/>
                <a:cs typeface="Fira Sans"/>
                <a:sym typeface="Fira Sans"/>
              </a:defRPr>
            </a:lvl8pPr>
            <a:lvl9pPr lvl="8" algn="l">
              <a:lnSpc>
                <a:spcPct val="115000"/>
              </a:lnSpc>
              <a:spcBef>
                <a:spcPts val="2100"/>
              </a:spcBef>
              <a:spcAft>
                <a:spcPts val="2100"/>
              </a:spcAft>
              <a:buSzPts val="1900"/>
              <a:buNone/>
              <a:defRPr>
                <a:latin typeface="Fira Sans"/>
                <a:ea typeface="Fira Sans"/>
                <a:cs typeface="Fira Sans"/>
                <a:sym typeface="Fira Sans"/>
              </a:defRPr>
            </a:lvl9pPr>
          </a:lstStyle>
          <a:p/>
        </p:txBody>
      </p:sp>
      <p:sp>
        <p:nvSpPr>
          <p:cNvPr id="378" name="Google Shape;378;p89"/>
          <p:cNvSpPr txBox="1"/>
          <p:nvPr>
            <p:ph idx="2" type="body"/>
          </p:nvPr>
        </p:nvSpPr>
        <p:spPr>
          <a:xfrm>
            <a:off x="3295767" y="637000"/>
            <a:ext cx="7599900" cy="57864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379" name="Google Shape;379;p89"/>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type="twoColTx">
  <p:cSld name="TITLE_AND_TWO_COLUMNS">
    <p:bg>
      <p:bgPr>
        <a:solidFill>
          <a:schemeClr val="lt1"/>
        </a:solidFill>
      </p:bgPr>
    </p:bg>
    <p:spTree>
      <p:nvGrpSpPr>
        <p:cNvPr id="380" name="Shape 380"/>
        <p:cNvGrpSpPr/>
        <p:nvPr/>
      </p:nvGrpSpPr>
      <p:grpSpPr>
        <a:xfrm>
          <a:off x="0" y="0"/>
          <a:ext cx="0" cy="0"/>
          <a:chOff x="0" y="0"/>
          <a:chExt cx="0" cy="0"/>
        </a:xfrm>
      </p:grpSpPr>
      <p:sp>
        <p:nvSpPr>
          <p:cNvPr id="381" name="Google Shape;381;p90"/>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25" lIns="121925" spcFirstLastPara="1" rIns="121925" wrap="square" tIns="1219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2" name="Google Shape;382;p90"/>
          <p:cNvSpPr txBox="1"/>
          <p:nvPr>
            <p:ph type="title"/>
          </p:nvPr>
        </p:nvSpPr>
        <p:spPr>
          <a:xfrm>
            <a:off x="415600" y="381033"/>
            <a:ext cx="5333100" cy="7635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83" name="Google Shape;383;p90"/>
          <p:cNvSpPr txBox="1"/>
          <p:nvPr>
            <p:ph idx="1" type="body"/>
          </p:nvPr>
        </p:nvSpPr>
        <p:spPr>
          <a:xfrm>
            <a:off x="415600" y="1536633"/>
            <a:ext cx="5333100" cy="45552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1pPr>
            <a:lvl2pPr indent="-450850" lvl="1" marL="914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2pPr>
            <a:lvl3pPr indent="-450850" lvl="2" marL="1371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3pPr>
            <a:lvl4pPr indent="-450850" lvl="3" marL="18288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4pPr>
            <a:lvl5pPr indent="-450850" lvl="4" marL="22860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5pPr>
            <a:lvl6pPr indent="-450850" lvl="5" marL="27432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6pPr>
            <a:lvl7pPr indent="-450850" lvl="6" marL="32004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7pPr>
            <a:lvl8pPr indent="-450850" lvl="7" marL="3657600" algn="l">
              <a:lnSpc>
                <a:spcPct val="115000"/>
              </a:lnSpc>
              <a:spcBef>
                <a:spcPts val="2100"/>
              </a:spcBef>
              <a:spcAft>
                <a:spcPts val="0"/>
              </a:spcAft>
              <a:buClr>
                <a:srgbClr val="FFFFFF"/>
              </a:buClr>
              <a:buSzPts val="3500"/>
              <a:buFont typeface="Fira Sans"/>
              <a:buChar char="○"/>
              <a:defRPr sz="3500">
                <a:solidFill>
                  <a:srgbClr val="FFFFFF"/>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FFFFFF"/>
              </a:buClr>
              <a:buSzPts val="3500"/>
              <a:buFont typeface="Fira Sans"/>
              <a:buChar char="■"/>
              <a:defRPr sz="3500">
                <a:solidFill>
                  <a:srgbClr val="FFFFFF"/>
                </a:solidFill>
                <a:latin typeface="Fira Sans"/>
                <a:ea typeface="Fira Sans"/>
                <a:cs typeface="Fira Sans"/>
                <a:sym typeface="Fira Sans"/>
              </a:defRPr>
            </a:lvl9pPr>
          </a:lstStyle>
          <a:p/>
        </p:txBody>
      </p:sp>
      <p:sp>
        <p:nvSpPr>
          <p:cNvPr id="384" name="Google Shape;384;p90"/>
          <p:cNvSpPr txBox="1"/>
          <p:nvPr>
            <p:ph idx="2" type="body"/>
          </p:nvPr>
        </p:nvSpPr>
        <p:spPr>
          <a:xfrm>
            <a:off x="6443200" y="1536633"/>
            <a:ext cx="5333100" cy="45552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385" name="Google Shape;385;p90"/>
          <p:cNvSpPr txBox="1"/>
          <p:nvPr>
            <p:ph idx="3" type="title"/>
          </p:nvPr>
        </p:nvSpPr>
        <p:spPr>
          <a:xfrm>
            <a:off x="6494600" y="381033"/>
            <a:ext cx="5333100" cy="7635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86" name="Google Shape;386;p90"/>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Sides Flipped)">
  <p:cSld name="TITLE_AND_TWO_COLUMNS_2">
    <p:bg>
      <p:bgPr>
        <a:solidFill>
          <a:schemeClr val="lt1"/>
        </a:solidFill>
      </p:bgPr>
    </p:bg>
    <p:spTree>
      <p:nvGrpSpPr>
        <p:cNvPr id="387" name="Shape 387"/>
        <p:cNvGrpSpPr/>
        <p:nvPr/>
      </p:nvGrpSpPr>
      <p:grpSpPr>
        <a:xfrm>
          <a:off x="0" y="0"/>
          <a:ext cx="0" cy="0"/>
          <a:chOff x="0" y="0"/>
          <a:chExt cx="0" cy="0"/>
        </a:xfrm>
      </p:grpSpPr>
      <p:sp>
        <p:nvSpPr>
          <p:cNvPr id="388" name="Google Shape;388;p91"/>
          <p:cNvSpPr/>
          <p:nvPr/>
        </p:nvSpPr>
        <p:spPr>
          <a:xfrm>
            <a:off x="6113200" y="0"/>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25" lIns="121925" spcFirstLastPara="1" rIns="121925" wrap="square" tIns="1219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9" name="Google Shape;389;p91"/>
          <p:cNvSpPr txBox="1"/>
          <p:nvPr>
            <p:ph type="title"/>
          </p:nvPr>
        </p:nvSpPr>
        <p:spPr>
          <a:xfrm>
            <a:off x="415600" y="381033"/>
            <a:ext cx="5333100" cy="7635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3896D2"/>
              </a:buClr>
              <a:buSzPts val="4300"/>
              <a:buFont typeface="Fira Sans"/>
              <a:buNone/>
              <a:defRPr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90" name="Google Shape;390;p91"/>
          <p:cNvSpPr txBox="1"/>
          <p:nvPr>
            <p:ph idx="1" type="body"/>
          </p:nvPr>
        </p:nvSpPr>
        <p:spPr>
          <a:xfrm>
            <a:off x="415600" y="1536633"/>
            <a:ext cx="5333100" cy="45552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1pPr>
            <a:lvl2pPr indent="-450850" lvl="1" marL="914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2pPr>
            <a:lvl3pPr indent="-450850" lvl="2" marL="1371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3pPr>
            <a:lvl4pPr indent="-450850" lvl="3" marL="18288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4pPr>
            <a:lvl5pPr indent="-450850" lvl="4" marL="22860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5pPr>
            <a:lvl6pPr indent="-450850" lvl="5" marL="27432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6pPr>
            <a:lvl7pPr indent="-450850" lvl="6" marL="32004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7pPr>
            <a:lvl8pPr indent="-450850" lvl="7" marL="3657600" algn="l">
              <a:lnSpc>
                <a:spcPct val="115000"/>
              </a:lnSpc>
              <a:spcBef>
                <a:spcPts val="2100"/>
              </a:spcBef>
              <a:spcAft>
                <a:spcPts val="0"/>
              </a:spcAft>
              <a:buClr>
                <a:srgbClr val="3896D2"/>
              </a:buClr>
              <a:buSzPts val="3500"/>
              <a:buFont typeface="Fira Sans"/>
              <a:buChar char="○"/>
              <a:defRPr sz="3500">
                <a:solidFill>
                  <a:srgbClr val="3896D2"/>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3896D2"/>
              </a:buClr>
              <a:buSzPts val="3500"/>
              <a:buFont typeface="Fira Sans"/>
              <a:buChar char="■"/>
              <a:defRPr sz="3500">
                <a:solidFill>
                  <a:srgbClr val="3896D2"/>
                </a:solidFill>
                <a:latin typeface="Fira Sans"/>
                <a:ea typeface="Fira Sans"/>
                <a:cs typeface="Fira Sans"/>
                <a:sym typeface="Fira Sans"/>
              </a:defRPr>
            </a:lvl9pPr>
          </a:lstStyle>
          <a:p/>
        </p:txBody>
      </p:sp>
      <p:sp>
        <p:nvSpPr>
          <p:cNvPr id="391" name="Google Shape;391;p91"/>
          <p:cNvSpPr txBox="1"/>
          <p:nvPr>
            <p:ph idx="2" type="body"/>
          </p:nvPr>
        </p:nvSpPr>
        <p:spPr>
          <a:xfrm>
            <a:off x="6443200" y="1536633"/>
            <a:ext cx="5333100" cy="45552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lt1"/>
              </a:buClr>
              <a:buSzPts val="3500"/>
              <a:buFont typeface="Fira Sans"/>
              <a:buChar char="○"/>
              <a:defRPr sz="3500">
                <a:solidFill>
                  <a:schemeClr val="lt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lt1"/>
              </a:buClr>
              <a:buSzPts val="3500"/>
              <a:buFont typeface="Fira Sans"/>
              <a:buChar char="■"/>
              <a:defRPr sz="3500">
                <a:solidFill>
                  <a:schemeClr val="lt1"/>
                </a:solidFill>
                <a:latin typeface="Fira Sans"/>
                <a:ea typeface="Fira Sans"/>
                <a:cs typeface="Fira Sans"/>
                <a:sym typeface="Fira Sans"/>
              </a:defRPr>
            </a:lvl9pPr>
          </a:lstStyle>
          <a:p/>
        </p:txBody>
      </p:sp>
      <p:sp>
        <p:nvSpPr>
          <p:cNvPr id="392" name="Google Shape;392;p91"/>
          <p:cNvSpPr txBox="1"/>
          <p:nvPr>
            <p:ph idx="3" type="title"/>
          </p:nvPr>
        </p:nvSpPr>
        <p:spPr>
          <a:xfrm>
            <a:off x="6494600" y="381033"/>
            <a:ext cx="5333100" cy="7635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chemeClr val="lt1"/>
              </a:buClr>
              <a:buSzPts val="4300"/>
              <a:buFont typeface="Fira Sans"/>
              <a:buNone/>
              <a:defRPr sz="4300">
                <a:solidFill>
                  <a:schemeClr val="lt1"/>
                </a:solidFill>
                <a:latin typeface="Fira Sans"/>
                <a:ea typeface="Fira Sans"/>
                <a:cs typeface="Fira Sans"/>
                <a:sym typeface="Fira Sans"/>
              </a:defRPr>
            </a:lvl1pPr>
            <a:lvl2pPr lvl="1"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2pPr>
            <a:lvl3pPr lvl="2"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3pPr>
            <a:lvl4pPr lvl="3"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4pPr>
            <a:lvl5pPr lvl="4"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5pPr>
            <a:lvl6pPr lvl="5"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6pPr>
            <a:lvl7pPr lvl="6"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7pPr>
            <a:lvl8pPr lvl="7"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8pPr>
            <a:lvl9pPr lvl="8" algn="l">
              <a:lnSpc>
                <a:spcPct val="100000"/>
              </a:lnSpc>
              <a:spcBef>
                <a:spcPts val="0"/>
              </a:spcBef>
              <a:spcAft>
                <a:spcPts val="0"/>
              </a:spcAft>
              <a:buClr>
                <a:schemeClr val="lt1"/>
              </a:buClr>
              <a:buSzPts val="3700"/>
              <a:buFont typeface="Fira Sans"/>
              <a:buNone/>
              <a:defRPr>
                <a:solidFill>
                  <a:schemeClr val="lt1"/>
                </a:solidFill>
                <a:latin typeface="Fira Sans"/>
                <a:ea typeface="Fira Sans"/>
                <a:cs typeface="Fira Sans"/>
                <a:sym typeface="Fira Sans"/>
              </a:defRPr>
            </a:lvl9pPr>
          </a:lstStyle>
          <a:p/>
        </p:txBody>
      </p:sp>
      <p:sp>
        <p:nvSpPr>
          <p:cNvPr id="393" name="Google Shape;393;p91"/>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3896D2"/>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Light Blue/White) (Black Text)">
  <p:cSld name="TITLE_AND_TWO_COLUMNS_1">
    <p:bg>
      <p:bgPr>
        <a:solidFill>
          <a:schemeClr val="lt1"/>
        </a:solidFill>
      </p:bgPr>
    </p:bg>
    <p:spTree>
      <p:nvGrpSpPr>
        <p:cNvPr id="394" name="Shape 394"/>
        <p:cNvGrpSpPr/>
        <p:nvPr/>
      </p:nvGrpSpPr>
      <p:grpSpPr>
        <a:xfrm>
          <a:off x="0" y="0"/>
          <a:ext cx="0" cy="0"/>
          <a:chOff x="0" y="0"/>
          <a:chExt cx="0" cy="0"/>
        </a:xfrm>
      </p:grpSpPr>
      <p:sp>
        <p:nvSpPr>
          <p:cNvPr id="395" name="Google Shape;395;p92"/>
          <p:cNvSpPr/>
          <p:nvPr/>
        </p:nvSpPr>
        <p:spPr>
          <a:xfrm>
            <a:off x="0" y="-167"/>
            <a:ext cx="6096000" cy="6858000"/>
          </a:xfrm>
          <a:prstGeom prst="rect">
            <a:avLst/>
          </a:prstGeom>
          <a:solidFill>
            <a:srgbClr val="3896D2"/>
          </a:solidFill>
          <a:ln cap="flat" cmpd="sng" w="9525">
            <a:solidFill>
              <a:schemeClr val="dk2"/>
            </a:solidFill>
            <a:prstDash val="solid"/>
            <a:round/>
            <a:headEnd len="sm" w="sm" type="none"/>
            <a:tailEnd len="sm" w="sm" type="none"/>
          </a:ln>
        </p:spPr>
        <p:txBody>
          <a:bodyPr anchorCtr="0" anchor="ctr" bIns="121925" lIns="121925" spcFirstLastPara="1" rIns="121925" wrap="square" tIns="1219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96" name="Google Shape;396;p92"/>
          <p:cNvSpPr txBox="1"/>
          <p:nvPr>
            <p:ph type="title"/>
          </p:nvPr>
        </p:nvSpPr>
        <p:spPr>
          <a:xfrm>
            <a:off x="415600" y="381033"/>
            <a:ext cx="5333100" cy="7635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000000"/>
              </a:buClr>
              <a:buSzPts val="4300"/>
              <a:buFont typeface="Fira Sans"/>
              <a:buNone/>
              <a:defRPr sz="4300">
                <a:solidFill>
                  <a:srgbClr val="000000"/>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97" name="Google Shape;397;p92"/>
          <p:cNvSpPr txBox="1"/>
          <p:nvPr>
            <p:ph idx="1" type="body"/>
          </p:nvPr>
        </p:nvSpPr>
        <p:spPr>
          <a:xfrm>
            <a:off x="415600" y="1536633"/>
            <a:ext cx="5333100" cy="45552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1pPr>
            <a:lvl2pPr indent="-450850" lvl="1" marL="914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2pPr>
            <a:lvl3pPr indent="-450850" lvl="2" marL="1371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3pPr>
            <a:lvl4pPr indent="-450850" lvl="3" marL="18288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4pPr>
            <a:lvl5pPr indent="-450850" lvl="4" marL="22860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5pPr>
            <a:lvl6pPr indent="-450850" lvl="5" marL="27432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6pPr>
            <a:lvl7pPr indent="-450850" lvl="6" marL="32004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7pPr>
            <a:lvl8pPr indent="-450850" lvl="7" marL="3657600" algn="l">
              <a:lnSpc>
                <a:spcPct val="115000"/>
              </a:lnSpc>
              <a:spcBef>
                <a:spcPts val="2100"/>
              </a:spcBef>
              <a:spcAft>
                <a:spcPts val="0"/>
              </a:spcAft>
              <a:buClr>
                <a:srgbClr val="000000"/>
              </a:buClr>
              <a:buSzPts val="3500"/>
              <a:buFont typeface="Fira Sans"/>
              <a:buChar char="○"/>
              <a:defRPr sz="3500">
                <a:solidFill>
                  <a:srgbClr val="000000"/>
                </a:solidFill>
                <a:latin typeface="Fira Sans"/>
                <a:ea typeface="Fira Sans"/>
                <a:cs typeface="Fira Sans"/>
                <a:sym typeface="Fira Sans"/>
              </a:defRPr>
            </a:lvl8pPr>
            <a:lvl9pPr indent="-450850" lvl="8" marL="4114800" algn="l">
              <a:lnSpc>
                <a:spcPct val="115000"/>
              </a:lnSpc>
              <a:spcBef>
                <a:spcPts val="2100"/>
              </a:spcBef>
              <a:spcAft>
                <a:spcPts val="2100"/>
              </a:spcAft>
              <a:buClr>
                <a:srgbClr val="000000"/>
              </a:buClr>
              <a:buSzPts val="3500"/>
              <a:buFont typeface="Fira Sans"/>
              <a:buChar char="■"/>
              <a:defRPr sz="3500">
                <a:solidFill>
                  <a:srgbClr val="000000"/>
                </a:solidFill>
                <a:latin typeface="Fira Sans"/>
                <a:ea typeface="Fira Sans"/>
                <a:cs typeface="Fira Sans"/>
                <a:sym typeface="Fira Sans"/>
              </a:defRPr>
            </a:lvl9pPr>
          </a:lstStyle>
          <a:p/>
        </p:txBody>
      </p:sp>
      <p:sp>
        <p:nvSpPr>
          <p:cNvPr id="398" name="Google Shape;398;p92"/>
          <p:cNvSpPr txBox="1"/>
          <p:nvPr>
            <p:ph idx="2" type="body"/>
          </p:nvPr>
        </p:nvSpPr>
        <p:spPr>
          <a:xfrm>
            <a:off x="6443200" y="1536633"/>
            <a:ext cx="5333100" cy="4555200"/>
          </a:xfrm>
          <a:prstGeom prst="rect">
            <a:avLst/>
          </a:prstGeom>
          <a:noFill/>
          <a:ln>
            <a:noFill/>
          </a:ln>
        </p:spPr>
        <p:txBody>
          <a:bodyPr anchorCtr="0" anchor="t" bIns="121925" lIns="121925" spcFirstLastPara="1" rIns="121925" wrap="square" tIns="121925">
            <a:noAutofit/>
          </a:bodyPr>
          <a:lstStyle>
            <a:lvl1pPr indent="-450850" lvl="0" marL="457200" algn="l">
              <a:lnSpc>
                <a:spcPct val="115000"/>
              </a:lnSpc>
              <a:spcBef>
                <a:spcPts val="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1pPr>
            <a:lvl2pPr indent="-450850" lvl="1" marL="914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2pPr>
            <a:lvl3pPr indent="-450850" lvl="2" marL="1371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3pPr>
            <a:lvl4pPr indent="-450850" lvl="3" marL="18288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4pPr>
            <a:lvl5pPr indent="-450850" lvl="4" marL="22860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5pPr>
            <a:lvl6pPr indent="-450850" lvl="5" marL="27432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6pPr>
            <a:lvl7pPr indent="-450850" lvl="6" marL="32004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7pPr>
            <a:lvl8pPr indent="-450850" lvl="7" marL="3657600" algn="l">
              <a:lnSpc>
                <a:spcPct val="115000"/>
              </a:lnSpc>
              <a:spcBef>
                <a:spcPts val="2100"/>
              </a:spcBef>
              <a:spcAft>
                <a:spcPts val="0"/>
              </a:spcAft>
              <a:buClr>
                <a:schemeClr val="dk1"/>
              </a:buClr>
              <a:buSzPts val="3500"/>
              <a:buFont typeface="Fira Sans"/>
              <a:buChar char="○"/>
              <a:defRPr sz="3500">
                <a:solidFill>
                  <a:schemeClr val="dk1"/>
                </a:solidFill>
                <a:latin typeface="Fira Sans"/>
                <a:ea typeface="Fira Sans"/>
                <a:cs typeface="Fira Sans"/>
                <a:sym typeface="Fira Sans"/>
              </a:defRPr>
            </a:lvl8pPr>
            <a:lvl9pPr indent="-450850" lvl="8" marL="4114800" algn="l">
              <a:lnSpc>
                <a:spcPct val="115000"/>
              </a:lnSpc>
              <a:spcBef>
                <a:spcPts val="2100"/>
              </a:spcBef>
              <a:spcAft>
                <a:spcPts val="2100"/>
              </a:spcAft>
              <a:buClr>
                <a:schemeClr val="dk1"/>
              </a:buClr>
              <a:buSzPts val="3500"/>
              <a:buFont typeface="Fira Sans"/>
              <a:buChar char="■"/>
              <a:defRPr sz="3500">
                <a:solidFill>
                  <a:schemeClr val="dk1"/>
                </a:solidFill>
                <a:latin typeface="Fira Sans"/>
                <a:ea typeface="Fira Sans"/>
                <a:cs typeface="Fira Sans"/>
                <a:sym typeface="Fira Sans"/>
              </a:defRPr>
            </a:lvl9pPr>
          </a:lstStyle>
          <a:p/>
        </p:txBody>
      </p:sp>
      <p:sp>
        <p:nvSpPr>
          <p:cNvPr id="399" name="Google Shape;399;p92"/>
          <p:cNvSpPr txBox="1"/>
          <p:nvPr>
            <p:ph idx="3" type="title"/>
          </p:nvPr>
        </p:nvSpPr>
        <p:spPr>
          <a:xfrm>
            <a:off x="6494600" y="381033"/>
            <a:ext cx="5333100" cy="7635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SzPts val="4300"/>
              <a:buFont typeface="Fira Sans"/>
              <a:buNone/>
              <a:defRPr sz="4300">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00" name="Google Shape;400;p92"/>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000000"/>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Light Blue Text)">
  <p:cSld name="TITLE_AND_TWO_COLUMNS_1_1">
    <p:bg>
      <p:bgPr>
        <a:solidFill>
          <a:schemeClr val="lt1"/>
        </a:solidFill>
      </p:bgPr>
    </p:bg>
    <p:spTree>
      <p:nvGrpSpPr>
        <p:cNvPr id="401" name="Shape 401"/>
        <p:cNvGrpSpPr/>
        <p:nvPr/>
      </p:nvGrpSpPr>
      <p:grpSpPr>
        <a:xfrm>
          <a:off x="0" y="0"/>
          <a:ext cx="0" cy="0"/>
          <a:chOff x="0" y="0"/>
          <a:chExt cx="0" cy="0"/>
        </a:xfrm>
      </p:grpSpPr>
      <p:sp>
        <p:nvSpPr>
          <p:cNvPr id="402" name="Google Shape;402;p93"/>
          <p:cNvSpPr txBox="1"/>
          <p:nvPr>
            <p:ph type="title"/>
          </p:nvPr>
        </p:nvSpPr>
        <p:spPr>
          <a:xfrm>
            <a:off x="319000" y="2443800"/>
            <a:ext cx="4352400" cy="19704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03" name="Google Shape;403;p93"/>
          <p:cNvSpPr txBox="1"/>
          <p:nvPr>
            <p:ph idx="2" type="title"/>
          </p:nvPr>
        </p:nvSpPr>
        <p:spPr>
          <a:xfrm>
            <a:off x="7528533" y="2443800"/>
            <a:ext cx="4352400" cy="19704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04" name="Google Shape;404;p93"/>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25" lIns="121925" spcFirstLastPara="1" rIns="121925" wrap="square" tIns="1219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05" name="Google Shape;405;p93"/>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with Arrow (Black Text)">
  <p:cSld name="TITLE_AND_TWO_COLUMNS_1_1_1">
    <p:bg>
      <p:bgPr>
        <a:solidFill>
          <a:schemeClr val="lt1"/>
        </a:solidFill>
      </p:bgPr>
    </p:bg>
    <p:spTree>
      <p:nvGrpSpPr>
        <p:cNvPr id="406" name="Shape 406"/>
        <p:cNvGrpSpPr/>
        <p:nvPr/>
      </p:nvGrpSpPr>
      <p:grpSpPr>
        <a:xfrm>
          <a:off x="0" y="0"/>
          <a:ext cx="0" cy="0"/>
          <a:chOff x="0" y="0"/>
          <a:chExt cx="0" cy="0"/>
        </a:xfrm>
      </p:grpSpPr>
      <p:sp>
        <p:nvSpPr>
          <p:cNvPr id="407" name="Google Shape;407;p94"/>
          <p:cNvSpPr txBox="1"/>
          <p:nvPr>
            <p:ph type="title"/>
          </p:nvPr>
        </p:nvSpPr>
        <p:spPr>
          <a:xfrm>
            <a:off x="319000" y="2443800"/>
            <a:ext cx="4352400" cy="19704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08" name="Google Shape;408;p94"/>
          <p:cNvSpPr txBox="1"/>
          <p:nvPr>
            <p:ph idx="2" type="title"/>
          </p:nvPr>
        </p:nvSpPr>
        <p:spPr>
          <a:xfrm>
            <a:off x="7528533" y="2443800"/>
            <a:ext cx="4352400" cy="19704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Clr>
                <a:srgbClr val="3896D2"/>
              </a:buClr>
              <a:buSzPts val="4300"/>
              <a:buFont typeface="Fira Sans"/>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Clr>
                <a:srgbClr val="3896D2"/>
              </a:buClr>
              <a:buSzPts val="3700"/>
              <a:buNone/>
              <a:defRPr>
                <a:solidFill>
                  <a:srgbClr val="3896D2"/>
                </a:solidFill>
              </a:defRPr>
            </a:lvl2pPr>
            <a:lvl3pPr lvl="2" algn="l">
              <a:lnSpc>
                <a:spcPct val="100000"/>
              </a:lnSpc>
              <a:spcBef>
                <a:spcPts val="0"/>
              </a:spcBef>
              <a:spcAft>
                <a:spcPts val="0"/>
              </a:spcAft>
              <a:buClr>
                <a:srgbClr val="3896D2"/>
              </a:buClr>
              <a:buSzPts val="3700"/>
              <a:buNone/>
              <a:defRPr>
                <a:solidFill>
                  <a:srgbClr val="3896D2"/>
                </a:solidFill>
              </a:defRPr>
            </a:lvl3pPr>
            <a:lvl4pPr lvl="3" algn="l">
              <a:lnSpc>
                <a:spcPct val="100000"/>
              </a:lnSpc>
              <a:spcBef>
                <a:spcPts val="0"/>
              </a:spcBef>
              <a:spcAft>
                <a:spcPts val="0"/>
              </a:spcAft>
              <a:buClr>
                <a:srgbClr val="3896D2"/>
              </a:buClr>
              <a:buSzPts val="3700"/>
              <a:buNone/>
              <a:defRPr>
                <a:solidFill>
                  <a:srgbClr val="3896D2"/>
                </a:solidFill>
              </a:defRPr>
            </a:lvl4pPr>
            <a:lvl5pPr lvl="4" algn="l">
              <a:lnSpc>
                <a:spcPct val="100000"/>
              </a:lnSpc>
              <a:spcBef>
                <a:spcPts val="0"/>
              </a:spcBef>
              <a:spcAft>
                <a:spcPts val="0"/>
              </a:spcAft>
              <a:buClr>
                <a:srgbClr val="3896D2"/>
              </a:buClr>
              <a:buSzPts val="3700"/>
              <a:buNone/>
              <a:defRPr>
                <a:solidFill>
                  <a:srgbClr val="3896D2"/>
                </a:solidFill>
              </a:defRPr>
            </a:lvl5pPr>
            <a:lvl6pPr lvl="5" algn="l">
              <a:lnSpc>
                <a:spcPct val="100000"/>
              </a:lnSpc>
              <a:spcBef>
                <a:spcPts val="0"/>
              </a:spcBef>
              <a:spcAft>
                <a:spcPts val="0"/>
              </a:spcAft>
              <a:buClr>
                <a:srgbClr val="3896D2"/>
              </a:buClr>
              <a:buSzPts val="3700"/>
              <a:buNone/>
              <a:defRPr>
                <a:solidFill>
                  <a:srgbClr val="3896D2"/>
                </a:solidFill>
              </a:defRPr>
            </a:lvl6pPr>
            <a:lvl7pPr lvl="6" algn="l">
              <a:lnSpc>
                <a:spcPct val="100000"/>
              </a:lnSpc>
              <a:spcBef>
                <a:spcPts val="0"/>
              </a:spcBef>
              <a:spcAft>
                <a:spcPts val="0"/>
              </a:spcAft>
              <a:buClr>
                <a:srgbClr val="3896D2"/>
              </a:buClr>
              <a:buSzPts val="3700"/>
              <a:buNone/>
              <a:defRPr>
                <a:solidFill>
                  <a:srgbClr val="3896D2"/>
                </a:solidFill>
              </a:defRPr>
            </a:lvl7pPr>
            <a:lvl8pPr lvl="7" algn="l">
              <a:lnSpc>
                <a:spcPct val="100000"/>
              </a:lnSpc>
              <a:spcBef>
                <a:spcPts val="0"/>
              </a:spcBef>
              <a:spcAft>
                <a:spcPts val="0"/>
              </a:spcAft>
              <a:buClr>
                <a:srgbClr val="3896D2"/>
              </a:buClr>
              <a:buSzPts val="3700"/>
              <a:buNone/>
              <a:defRPr>
                <a:solidFill>
                  <a:srgbClr val="3896D2"/>
                </a:solidFill>
              </a:defRPr>
            </a:lvl8pPr>
            <a:lvl9pPr lvl="8" algn="l">
              <a:lnSpc>
                <a:spcPct val="100000"/>
              </a:lnSpc>
              <a:spcBef>
                <a:spcPts val="0"/>
              </a:spcBef>
              <a:spcAft>
                <a:spcPts val="0"/>
              </a:spcAft>
              <a:buClr>
                <a:srgbClr val="3896D2"/>
              </a:buClr>
              <a:buSzPts val="3700"/>
              <a:buNone/>
              <a:defRPr>
                <a:solidFill>
                  <a:srgbClr val="3896D2"/>
                </a:solidFill>
              </a:defRPr>
            </a:lvl9pPr>
          </a:lstStyle>
          <a:p/>
        </p:txBody>
      </p:sp>
      <p:sp>
        <p:nvSpPr>
          <p:cNvPr id="409" name="Google Shape;409;p94"/>
          <p:cNvSpPr/>
          <p:nvPr/>
        </p:nvSpPr>
        <p:spPr>
          <a:xfrm>
            <a:off x="5061000" y="2721200"/>
            <a:ext cx="2070000" cy="1415700"/>
          </a:xfrm>
          <a:prstGeom prst="rightArrow">
            <a:avLst>
              <a:gd fmla="val 50000" name="adj1"/>
              <a:gd fmla="val 50000" name="adj2"/>
            </a:avLst>
          </a:prstGeom>
          <a:solidFill>
            <a:srgbClr val="324158"/>
          </a:solidFill>
          <a:ln cap="flat" cmpd="sng" w="9525">
            <a:solidFill>
              <a:srgbClr val="324158"/>
            </a:solidFill>
            <a:prstDash val="solid"/>
            <a:round/>
            <a:headEnd len="sm" w="sm" type="none"/>
            <a:tailEnd len="sm" w="sm" type="none"/>
          </a:ln>
        </p:spPr>
        <p:txBody>
          <a:bodyPr anchorCtr="0" anchor="ctr" bIns="121925" lIns="121925" spcFirstLastPara="1" rIns="121925" wrap="square" tIns="12192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10" name="Google Shape;410;p94"/>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A7B17"/>
          </p15:clr>
        </p15:guide>
        <p15:guide id="2" pos="3840">
          <p15:clr>
            <a:srgbClr val="FA7B17"/>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aded White)">
  <p:cSld name="BLANK_2">
    <p:bg>
      <p:bgPr>
        <a:solidFill>
          <a:srgbClr val="F0F3F6"/>
        </a:solidFill>
      </p:bgPr>
    </p:bg>
    <p:spTree>
      <p:nvGrpSpPr>
        <p:cNvPr id="411" name="Shape 411"/>
        <p:cNvGrpSpPr/>
        <p:nvPr/>
      </p:nvGrpSpPr>
      <p:grpSpPr>
        <a:xfrm>
          <a:off x="0" y="0"/>
          <a:ext cx="0" cy="0"/>
          <a:chOff x="0" y="0"/>
          <a:chExt cx="0" cy="0"/>
        </a:xfrm>
      </p:grpSpPr>
      <p:sp>
        <p:nvSpPr>
          <p:cNvPr id="412" name="Google Shape;412;p95"/>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avy Blue)">
  <p:cSld name="BLANK_1">
    <p:bg>
      <p:bgPr>
        <a:solidFill>
          <a:srgbClr val="324158"/>
        </a:solidFill>
      </p:bgPr>
    </p:bg>
    <p:spTree>
      <p:nvGrpSpPr>
        <p:cNvPr id="413" name="Shape 413"/>
        <p:cNvGrpSpPr/>
        <p:nvPr/>
      </p:nvGrpSpPr>
      <p:grpSpPr>
        <a:xfrm>
          <a:off x="0" y="0"/>
          <a:ext cx="0" cy="0"/>
          <a:chOff x="0" y="0"/>
          <a:chExt cx="0" cy="0"/>
        </a:xfrm>
      </p:grpSpPr>
      <p:sp>
        <p:nvSpPr>
          <p:cNvPr id="414" name="Google Shape;414;p96"/>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415" name="Shape 415"/>
        <p:cNvGrpSpPr/>
        <p:nvPr/>
      </p:nvGrpSpPr>
      <p:grpSpPr>
        <a:xfrm>
          <a:off x="0" y="0"/>
          <a:ext cx="0" cy="0"/>
          <a:chOff x="0" y="0"/>
          <a:chExt cx="0" cy="0"/>
        </a:xfrm>
      </p:grpSpPr>
      <p:sp>
        <p:nvSpPr>
          <p:cNvPr id="416" name="Google Shape;416;p97"/>
          <p:cNvSpPr txBox="1"/>
          <p:nvPr>
            <p:ph type="ctrTitle"/>
          </p:nvPr>
        </p:nvSpPr>
        <p:spPr>
          <a:xfrm>
            <a:off x="415611" y="992767"/>
            <a:ext cx="11360700" cy="2736900"/>
          </a:xfrm>
          <a:prstGeom prst="rect">
            <a:avLst/>
          </a:prstGeom>
          <a:noFill/>
          <a:ln>
            <a:noFill/>
          </a:ln>
        </p:spPr>
        <p:txBody>
          <a:bodyPr anchorCtr="0" anchor="b" bIns="121925" lIns="121925" spcFirstLastPara="1" rIns="121925" wrap="square" tIns="121925">
            <a:noAutofit/>
          </a:bodyPr>
          <a:lstStyle>
            <a:lvl1pPr lvl="0" algn="ctr">
              <a:lnSpc>
                <a:spcPct val="100000"/>
              </a:lnSpc>
              <a:spcBef>
                <a:spcPts val="0"/>
              </a:spcBef>
              <a:spcAft>
                <a:spcPts val="0"/>
              </a:spcAft>
              <a:buSzPts val="6900"/>
              <a:buFont typeface="Fira Sans"/>
              <a:buNone/>
              <a:defRPr sz="6900">
                <a:latin typeface="Fira Sans"/>
                <a:ea typeface="Fira Sans"/>
                <a:cs typeface="Fira Sans"/>
                <a:sym typeface="Fira Sans"/>
              </a:defRPr>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417" name="Google Shape;417;p97"/>
          <p:cNvSpPr txBox="1"/>
          <p:nvPr>
            <p:ph idx="1" type="subTitle"/>
          </p:nvPr>
        </p:nvSpPr>
        <p:spPr>
          <a:xfrm>
            <a:off x="415600" y="3778833"/>
            <a:ext cx="11360700" cy="10569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SzPts val="3700"/>
              <a:buFont typeface="Fira Sans"/>
              <a:buNone/>
              <a:defRPr sz="3700">
                <a:latin typeface="Fira Sans"/>
                <a:ea typeface="Fira Sans"/>
                <a:cs typeface="Fira Sans"/>
                <a:sym typeface="Fira Sans"/>
              </a:defRPr>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418" name="Google Shape;418;p97"/>
          <p:cNvSpPr txBox="1"/>
          <p:nvPr>
            <p:ph idx="12" type="sldNum"/>
          </p:nvPr>
        </p:nvSpPr>
        <p:spPr>
          <a:xfrm>
            <a:off x="11296611" y="6217623"/>
            <a:ext cx="731700" cy="524700"/>
          </a:xfrm>
          <a:prstGeom prst="rect">
            <a:avLst/>
          </a:prstGeom>
          <a:noFill/>
          <a:ln>
            <a:noFill/>
          </a:ln>
        </p:spPr>
        <p:txBody>
          <a:bodyPr anchorCtr="0" anchor="ctr" bIns="121925" lIns="121925" spcFirstLastPara="1" rIns="121925" wrap="square" tIns="121925">
            <a:noAutofit/>
          </a:bodyPr>
          <a:lstStyle>
            <a:lvl1pPr indent="0" lvl="0"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900"/>
              <a:buFont typeface="Arial"/>
              <a:buNone/>
              <a:defRPr b="0" i="0" sz="19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419" name="Shape 419"/>
        <p:cNvGrpSpPr/>
        <p:nvPr/>
      </p:nvGrpSpPr>
      <p:grpSpPr>
        <a:xfrm>
          <a:off x="0" y="0"/>
          <a:ext cx="0" cy="0"/>
          <a:chOff x="0" y="0"/>
          <a:chExt cx="0" cy="0"/>
        </a:xfrm>
      </p:grpSpPr>
      <p:sp>
        <p:nvSpPr>
          <p:cNvPr id="420" name="Google Shape;420;p98"/>
          <p:cNvSpPr txBox="1"/>
          <p:nvPr>
            <p:ph type="ctrTitle"/>
          </p:nvPr>
        </p:nvSpPr>
        <p:spPr>
          <a:xfrm>
            <a:off x="415611" y="992767"/>
            <a:ext cx="11360700" cy="2736900"/>
          </a:xfrm>
          <a:prstGeom prst="rect">
            <a:avLst/>
          </a:prstGeom>
          <a:noFill/>
          <a:ln>
            <a:noFill/>
          </a:ln>
        </p:spPr>
        <p:txBody>
          <a:bodyPr anchorCtr="0" anchor="b" bIns="121925" lIns="121925" spcFirstLastPara="1" rIns="121925" wrap="square" tIns="121925">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421" name="Google Shape;421;p98"/>
          <p:cNvSpPr txBox="1"/>
          <p:nvPr>
            <p:ph idx="1" type="subTitle"/>
          </p:nvPr>
        </p:nvSpPr>
        <p:spPr>
          <a:xfrm>
            <a:off x="415600" y="3778833"/>
            <a:ext cx="11360700" cy="10569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422" name="Google Shape;422;p98"/>
          <p:cNvSpPr txBox="1"/>
          <p:nvPr>
            <p:ph idx="12" type="sldNum"/>
          </p:nvPr>
        </p:nvSpPr>
        <p:spPr>
          <a:xfrm>
            <a:off x="11296611" y="6217623"/>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5">
    <p:spTree>
      <p:nvGrpSpPr>
        <p:cNvPr id="423" name="Shape 423"/>
        <p:cNvGrpSpPr/>
        <p:nvPr/>
      </p:nvGrpSpPr>
      <p:grpSpPr>
        <a:xfrm>
          <a:off x="0" y="0"/>
          <a:ext cx="0" cy="0"/>
          <a:chOff x="0" y="0"/>
          <a:chExt cx="0" cy="0"/>
        </a:xfrm>
      </p:grpSpPr>
      <p:sp>
        <p:nvSpPr>
          <p:cNvPr id="424" name="Google Shape;424;p99"/>
          <p:cNvSpPr txBox="1"/>
          <p:nvPr>
            <p:ph type="title"/>
          </p:nvPr>
        </p:nvSpPr>
        <p:spPr>
          <a:xfrm>
            <a:off x="415600" y="593367"/>
            <a:ext cx="11360700" cy="763500"/>
          </a:xfrm>
          <a:prstGeom prst="rect">
            <a:avLst/>
          </a:prstGeom>
          <a:noFill/>
          <a:ln>
            <a:noFill/>
          </a:ln>
        </p:spPr>
        <p:txBody>
          <a:bodyPr anchorCtr="0" anchor="t" bIns="121925" lIns="121925" spcFirstLastPara="1" rIns="121925" wrap="square" tIns="121925">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25" name="Google Shape;425;p99"/>
          <p:cNvSpPr txBox="1"/>
          <p:nvPr>
            <p:ph idx="1" type="body"/>
          </p:nvPr>
        </p:nvSpPr>
        <p:spPr>
          <a:xfrm>
            <a:off x="415600" y="1536633"/>
            <a:ext cx="11360700" cy="4555200"/>
          </a:xfrm>
          <a:prstGeom prst="rect">
            <a:avLst/>
          </a:prstGeom>
          <a:noFill/>
          <a:ln>
            <a:noFill/>
          </a:ln>
        </p:spPr>
        <p:txBody>
          <a:bodyPr anchorCtr="0" anchor="t" bIns="121925" lIns="121925" spcFirstLastPara="1" rIns="121925" wrap="square" tIns="121925">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26" name="Google Shape;426;p99"/>
          <p:cNvSpPr txBox="1"/>
          <p:nvPr>
            <p:ph idx="12" type="sldNum"/>
          </p:nvPr>
        </p:nvSpPr>
        <p:spPr>
          <a:xfrm>
            <a:off x="-2" y="6271500"/>
            <a:ext cx="606000" cy="524700"/>
          </a:xfrm>
          <a:prstGeom prst="rect">
            <a:avLst/>
          </a:prstGeom>
          <a:noFill/>
          <a:ln>
            <a:noFill/>
          </a:ln>
        </p:spPr>
        <p:txBody>
          <a:bodyPr anchorCtr="0" anchor="ctr" bIns="121925" lIns="121925" spcFirstLastPara="1" rIns="121925" wrap="square" tIns="121925">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6">
    <p:spTree>
      <p:nvGrpSpPr>
        <p:cNvPr id="427" name="Shape 427"/>
        <p:cNvGrpSpPr/>
        <p:nvPr/>
      </p:nvGrpSpPr>
      <p:grpSpPr>
        <a:xfrm>
          <a:off x="0" y="0"/>
          <a:ext cx="0" cy="0"/>
          <a:chOff x="0" y="0"/>
          <a:chExt cx="0" cy="0"/>
        </a:xfrm>
      </p:grpSpPr>
      <p:sp>
        <p:nvSpPr>
          <p:cNvPr id="428" name="Google Shape;428;p100"/>
          <p:cNvSpPr txBox="1"/>
          <p:nvPr>
            <p:ph type="title"/>
          </p:nvPr>
        </p:nvSpPr>
        <p:spPr>
          <a:xfrm>
            <a:off x="415600" y="593367"/>
            <a:ext cx="11360700" cy="763500"/>
          </a:xfrm>
          <a:prstGeom prst="rect">
            <a:avLst/>
          </a:prstGeom>
          <a:noFill/>
          <a:ln>
            <a:noFill/>
          </a:ln>
        </p:spPr>
        <p:txBody>
          <a:bodyPr anchorCtr="0" anchor="t" bIns="162575" lIns="162575" spcFirstLastPara="1" rIns="162575" wrap="square" tIns="16257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429" name="Google Shape;429;p100"/>
          <p:cNvSpPr txBox="1"/>
          <p:nvPr>
            <p:ph idx="1" type="body"/>
          </p:nvPr>
        </p:nvSpPr>
        <p:spPr>
          <a:xfrm>
            <a:off x="415600" y="1536633"/>
            <a:ext cx="11360700" cy="4555200"/>
          </a:xfrm>
          <a:prstGeom prst="rect">
            <a:avLst/>
          </a:prstGeom>
          <a:noFill/>
          <a:ln>
            <a:noFill/>
          </a:ln>
        </p:spPr>
        <p:txBody>
          <a:bodyPr anchorCtr="0" anchor="t" bIns="162575" lIns="162575" spcFirstLastPara="1" rIns="162575" wrap="square" tIns="16257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430" name="Google Shape;430;p100"/>
          <p:cNvSpPr txBox="1"/>
          <p:nvPr>
            <p:ph idx="12" type="sldNum"/>
          </p:nvPr>
        </p:nvSpPr>
        <p:spPr>
          <a:xfrm>
            <a:off x="11296611" y="6217623"/>
            <a:ext cx="731700" cy="524700"/>
          </a:xfrm>
          <a:prstGeom prst="rect">
            <a:avLst/>
          </a:prstGeom>
          <a:noFill/>
          <a:ln>
            <a:noFill/>
          </a:ln>
        </p:spPr>
        <p:txBody>
          <a:bodyPr anchorCtr="0" anchor="ctr" bIns="162575" lIns="162575" spcFirstLastPara="1" rIns="162575" wrap="square" tIns="162575">
            <a:normAutofit fontScale="92500" lnSpcReduction="20000"/>
          </a:bodyPr>
          <a:lstStyle>
            <a:lvl1pPr indent="0" lvl="0"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7">
    <p:spTree>
      <p:nvGrpSpPr>
        <p:cNvPr id="431" name="Shape 431"/>
        <p:cNvGrpSpPr/>
        <p:nvPr/>
      </p:nvGrpSpPr>
      <p:grpSpPr>
        <a:xfrm>
          <a:off x="0" y="0"/>
          <a:ext cx="0" cy="0"/>
          <a:chOff x="0" y="0"/>
          <a:chExt cx="0" cy="0"/>
        </a:xfrm>
      </p:grpSpPr>
      <p:sp>
        <p:nvSpPr>
          <p:cNvPr id="432" name="Google Shape;432;p101"/>
          <p:cNvSpPr txBox="1"/>
          <p:nvPr>
            <p:ph type="title"/>
          </p:nvPr>
        </p:nvSpPr>
        <p:spPr>
          <a:xfrm>
            <a:off x="415600" y="593367"/>
            <a:ext cx="11360700" cy="763500"/>
          </a:xfrm>
          <a:prstGeom prst="rect">
            <a:avLst/>
          </a:prstGeom>
          <a:noFill/>
          <a:ln>
            <a:noFill/>
          </a:ln>
        </p:spPr>
        <p:txBody>
          <a:bodyPr anchorCtr="0" anchor="t" bIns="162575" lIns="162575" spcFirstLastPara="1" rIns="162575" wrap="square" tIns="162575">
            <a:normAutofit/>
          </a:bodyPr>
          <a:lstStyle>
            <a:lvl1pPr lvl="0" algn="l">
              <a:lnSpc>
                <a:spcPct val="100000"/>
              </a:lnSpc>
              <a:spcBef>
                <a:spcPts val="0"/>
              </a:spcBef>
              <a:spcAft>
                <a:spcPts val="0"/>
              </a:spcAft>
              <a:buSzPts val="4900"/>
              <a:buNone/>
              <a:defRPr/>
            </a:lvl1pPr>
            <a:lvl2pPr lvl="1" algn="l">
              <a:lnSpc>
                <a:spcPct val="100000"/>
              </a:lnSpc>
              <a:spcBef>
                <a:spcPts val="0"/>
              </a:spcBef>
              <a:spcAft>
                <a:spcPts val="0"/>
              </a:spcAft>
              <a:buSzPts val="4900"/>
              <a:buNone/>
              <a:defRPr/>
            </a:lvl2pPr>
            <a:lvl3pPr lvl="2" algn="l">
              <a:lnSpc>
                <a:spcPct val="100000"/>
              </a:lnSpc>
              <a:spcBef>
                <a:spcPts val="0"/>
              </a:spcBef>
              <a:spcAft>
                <a:spcPts val="0"/>
              </a:spcAft>
              <a:buSzPts val="4900"/>
              <a:buNone/>
              <a:defRPr/>
            </a:lvl3pPr>
            <a:lvl4pPr lvl="3" algn="l">
              <a:lnSpc>
                <a:spcPct val="100000"/>
              </a:lnSpc>
              <a:spcBef>
                <a:spcPts val="0"/>
              </a:spcBef>
              <a:spcAft>
                <a:spcPts val="0"/>
              </a:spcAft>
              <a:buSzPts val="4900"/>
              <a:buNone/>
              <a:defRPr/>
            </a:lvl4pPr>
            <a:lvl5pPr lvl="4" algn="l">
              <a:lnSpc>
                <a:spcPct val="100000"/>
              </a:lnSpc>
              <a:spcBef>
                <a:spcPts val="0"/>
              </a:spcBef>
              <a:spcAft>
                <a:spcPts val="0"/>
              </a:spcAft>
              <a:buSzPts val="4900"/>
              <a:buNone/>
              <a:defRPr/>
            </a:lvl5pPr>
            <a:lvl6pPr lvl="5" algn="l">
              <a:lnSpc>
                <a:spcPct val="100000"/>
              </a:lnSpc>
              <a:spcBef>
                <a:spcPts val="0"/>
              </a:spcBef>
              <a:spcAft>
                <a:spcPts val="0"/>
              </a:spcAft>
              <a:buSzPts val="4900"/>
              <a:buNone/>
              <a:defRPr/>
            </a:lvl6pPr>
            <a:lvl7pPr lvl="6" algn="l">
              <a:lnSpc>
                <a:spcPct val="100000"/>
              </a:lnSpc>
              <a:spcBef>
                <a:spcPts val="0"/>
              </a:spcBef>
              <a:spcAft>
                <a:spcPts val="0"/>
              </a:spcAft>
              <a:buSzPts val="4900"/>
              <a:buNone/>
              <a:defRPr/>
            </a:lvl7pPr>
            <a:lvl8pPr lvl="7" algn="l">
              <a:lnSpc>
                <a:spcPct val="100000"/>
              </a:lnSpc>
              <a:spcBef>
                <a:spcPts val="0"/>
              </a:spcBef>
              <a:spcAft>
                <a:spcPts val="0"/>
              </a:spcAft>
              <a:buSzPts val="4900"/>
              <a:buNone/>
              <a:defRPr/>
            </a:lvl8pPr>
            <a:lvl9pPr lvl="8" algn="l">
              <a:lnSpc>
                <a:spcPct val="100000"/>
              </a:lnSpc>
              <a:spcBef>
                <a:spcPts val="0"/>
              </a:spcBef>
              <a:spcAft>
                <a:spcPts val="0"/>
              </a:spcAft>
              <a:buSzPts val="4900"/>
              <a:buNone/>
              <a:defRPr/>
            </a:lvl9pPr>
          </a:lstStyle>
          <a:p/>
        </p:txBody>
      </p:sp>
      <p:sp>
        <p:nvSpPr>
          <p:cNvPr id="433" name="Google Shape;433;p101"/>
          <p:cNvSpPr txBox="1"/>
          <p:nvPr>
            <p:ph idx="1" type="body"/>
          </p:nvPr>
        </p:nvSpPr>
        <p:spPr>
          <a:xfrm>
            <a:off x="415600" y="1536633"/>
            <a:ext cx="11360700" cy="4555200"/>
          </a:xfrm>
          <a:prstGeom prst="rect">
            <a:avLst/>
          </a:prstGeom>
          <a:noFill/>
          <a:ln>
            <a:noFill/>
          </a:ln>
        </p:spPr>
        <p:txBody>
          <a:bodyPr anchorCtr="0" anchor="t" bIns="162575" lIns="162575" spcFirstLastPara="1" rIns="162575" wrap="square" tIns="162575">
            <a:normAutofit/>
          </a:bodyPr>
          <a:lstStyle>
            <a:lvl1pPr indent="-431800" lvl="0" marL="457200" algn="l">
              <a:lnSpc>
                <a:spcPct val="115000"/>
              </a:lnSpc>
              <a:spcBef>
                <a:spcPts val="0"/>
              </a:spcBef>
              <a:spcAft>
                <a:spcPts val="0"/>
              </a:spcAft>
              <a:buSzPts val="3200"/>
              <a:buChar char="●"/>
              <a:defRPr/>
            </a:lvl1pPr>
            <a:lvl2pPr indent="-387350" lvl="1" marL="914400" algn="l">
              <a:lnSpc>
                <a:spcPct val="115000"/>
              </a:lnSpc>
              <a:spcBef>
                <a:spcPts val="0"/>
              </a:spcBef>
              <a:spcAft>
                <a:spcPts val="0"/>
              </a:spcAft>
              <a:buSzPts val="2500"/>
              <a:buChar char="○"/>
              <a:defRPr/>
            </a:lvl2pPr>
            <a:lvl3pPr indent="-387350" lvl="2" marL="1371600" algn="l">
              <a:lnSpc>
                <a:spcPct val="115000"/>
              </a:lnSpc>
              <a:spcBef>
                <a:spcPts val="0"/>
              </a:spcBef>
              <a:spcAft>
                <a:spcPts val="0"/>
              </a:spcAft>
              <a:buSzPts val="2500"/>
              <a:buChar char="■"/>
              <a:defRPr/>
            </a:lvl3pPr>
            <a:lvl4pPr indent="-387350" lvl="3" marL="1828800" algn="l">
              <a:lnSpc>
                <a:spcPct val="115000"/>
              </a:lnSpc>
              <a:spcBef>
                <a:spcPts val="0"/>
              </a:spcBef>
              <a:spcAft>
                <a:spcPts val="0"/>
              </a:spcAft>
              <a:buSzPts val="2500"/>
              <a:buChar char="●"/>
              <a:defRPr/>
            </a:lvl4pPr>
            <a:lvl5pPr indent="-387350" lvl="4" marL="2286000" algn="l">
              <a:lnSpc>
                <a:spcPct val="115000"/>
              </a:lnSpc>
              <a:spcBef>
                <a:spcPts val="0"/>
              </a:spcBef>
              <a:spcAft>
                <a:spcPts val="0"/>
              </a:spcAft>
              <a:buSzPts val="2500"/>
              <a:buChar char="○"/>
              <a:defRPr/>
            </a:lvl5pPr>
            <a:lvl6pPr indent="-387350" lvl="5" marL="2743200" algn="l">
              <a:lnSpc>
                <a:spcPct val="115000"/>
              </a:lnSpc>
              <a:spcBef>
                <a:spcPts val="0"/>
              </a:spcBef>
              <a:spcAft>
                <a:spcPts val="0"/>
              </a:spcAft>
              <a:buSzPts val="2500"/>
              <a:buChar char="■"/>
              <a:defRPr/>
            </a:lvl6pPr>
            <a:lvl7pPr indent="-387350" lvl="6" marL="3200400" algn="l">
              <a:lnSpc>
                <a:spcPct val="115000"/>
              </a:lnSpc>
              <a:spcBef>
                <a:spcPts val="0"/>
              </a:spcBef>
              <a:spcAft>
                <a:spcPts val="0"/>
              </a:spcAft>
              <a:buSzPts val="2500"/>
              <a:buChar char="●"/>
              <a:defRPr/>
            </a:lvl7pPr>
            <a:lvl8pPr indent="-387350" lvl="7" marL="3657600" algn="l">
              <a:lnSpc>
                <a:spcPct val="115000"/>
              </a:lnSpc>
              <a:spcBef>
                <a:spcPts val="0"/>
              </a:spcBef>
              <a:spcAft>
                <a:spcPts val="0"/>
              </a:spcAft>
              <a:buSzPts val="2500"/>
              <a:buChar char="○"/>
              <a:defRPr/>
            </a:lvl8pPr>
            <a:lvl9pPr indent="-387350" lvl="8" marL="4114800" algn="l">
              <a:lnSpc>
                <a:spcPct val="115000"/>
              </a:lnSpc>
              <a:spcBef>
                <a:spcPts val="0"/>
              </a:spcBef>
              <a:spcAft>
                <a:spcPts val="0"/>
              </a:spcAft>
              <a:buSzPts val="2500"/>
              <a:buChar char="■"/>
              <a:defRPr/>
            </a:lvl9pPr>
          </a:lstStyle>
          <a:p/>
        </p:txBody>
      </p:sp>
      <p:sp>
        <p:nvSpPr>
          <p:cNvPr id="434" name="Google Shape;434;p101"/>
          <p:cNvSpPr txBox="1"/>
          <p:nvPr>
            <p:ph idx="12" type="sldNum"/>
          </p:nvPr>
        </p:nvSpPr>
        <p:spPr>
          <a:xfrm>
            <a:off x="11296611" y="6217623"/>
            <a:ext cx="731700" cy="524700"/>
          </a:xfrm>
          <a:prstGeom prst="rect">
            <a:avLst/>
          </a:prstGeom>
          <a:noFill/>
          <a:ln>
            <a:noFill/>
          </a:ln>
        </p:spPr>
        <p:txBody>
          <a:bodyPr anchorCtr="0" anchor="ctr" bIns="162575" lIns="162575" spcFirstLastPara="1" rIns="162575" wrap="square" tIns="162575">
            <a:normAutofit fontScale="92500" lnSpcReduction="20000"/>
          </a:bodyPr>
          <a:lstStyle>
            <a:lvl1pPr indent="0" lvl="0"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23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8">
    <p:spTree>
      <p:nvGrpSpPr>
        <p:cNvPr id="435" name="Shape 435"/>
        <p:cNvGrpSpPr/>
        <p:nvPr/>
      </p:nvGrpSpPr>
      <p:grpSpPr>
        <a:xfrm>
          <a:off x="0" y="0"/>
          <a:ext cx="0" cy="0"/>
          <a:chOff x="0" y="0"/>
          <a:chExt cx="0" cy="0"/>
        </a:xfrm>
      </p:grpSpPr>
      <p:sp>
        <p:nvSpPr>
          <p:cNvPr id="436" name="Google Shape;436;p102"/>
          <p:cNvSpPr txBox="1"/>
          <p:nvPr>
            <p:ph type="title"/>
          </p:nvPr>
        </p:nvSpPr>
        <p:spPr>
          <a:xfrm>
            <a:off x="415600" y="593367"/>
            <a:ext cx="11360700" cy="763500"/>
          </a:xfrm>
          <a:prstGeom prst="rect">
            <a:avLst/>
          </a:prstGeom>
          <a:noFill/>
          <a:ln>
            <a:noFill/>
          </a:ln>
        </p:spPr>
        <p:txBody>
          <a:bodyPr anchorCtr="0" anchor="t" bIns="121925" lIns="121925" spcFirstLastPara="1" rIns="121925" wrap="square" tIns="121925">
            <a:noAutofit/>
          </a:bodyPr>
          <a:lstStyle>
            <a:lvl1pPr lvl="0" algn="l">
              <a:lnSpc>
                <a:spcPct val="100000"/>
              </a:lnSpc>
              <a:spcBef>
                <a:spcPts val="0"/>
              </a:spcBef>
              <a:spcAft>
                <a:spcPts val="0"/>
              </a:spcAft>
              <a:buSzPts val="4300"/>
              <a:buNone/>
              <a:defRPr b="1" sz="4300">
                <a:solidFill>
                  <a:srgbClr val="3896D2"/>
                </a:solidFill>
                <a:latin typeface="Fira Sans"/>
                <a:ea typeface="Fira Sans"/>
                <a:cs typeface="Fira Sans"/>
                <a:sym typeface="Fira Sans"/>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37" name="Google Shape;437;p102"/>
          <p:cNvSpPr txBox="1"/>
          <p:nvPr>
            <p:ph idx="1" type="body"/>
          </p:nvPr>
        </p:nvSpPr>
        <p:spPr>
          <a:xfrm>
            <a:off x="415600" y="1536633"/>
            <a:ext cx="11360700" cy="4555200"/>
          </a:xfrm>
          <a:prstGeom prst="rect">
            <a:avLst/>
          </a:prstGeom>
          <a:noFill/>
          <a:ln>
            <a:noFill/>
          </a:ln>
        </p:spPr>
        <p:txBody>
          <a:bodyPr anchorCtr="0" anchor="t" bIns="121925" lIns="121925" spcFirstLastPara="1" rIns="121925" wrap="square" tIns="121925">
            <a:noAutofit/>
          </a:bodyPr>
          <a:lstStyle>
            <a:lvl1pPr indent="-381000" lvl="0" marL="457200" algn="l">
              <a:lnSpc>
                <a:spcPct val="150000"/>
              </a:lnSpc>
              <a:spcBef>
                <a:spcPts val="0"/>
              </a:spcBef>
              <a:spcAft>
                <a:spcPts val="0"/>
              </a:spcAft>
              <a:buClr>
                <a:schemeClr val="dk1"/>
              </a:buClr>
              <a:buSzPts val="2400"/>
              <a:buFont typeface="Fira Sans"/>
              <a:buAutoNum type="arabicPeriod"/>
              <a:defRPr sz="2700">
                <a:solidFill>
                  <a:schemeClr val="dk1"/>
                </a:solidFill>
                <a:latin typeface="Fira Sans"/>
                <a:ea typeface="Fira Sans"/>
                <a:cs typeface="Fira Sans"/>
                <a:sym typeface="Fira Sans"/>
              </a:defRPr>
            </a:lvl1pPr>
            <a:lvl2pPr indent="-349250" lvl="1" marL="9144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2pPr>
            <a:lvl3pPr indent="-349250" lvl="2" marL="13716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3pPr>
            <a:lvl4pPr indent="-349250" lvl="3" marL="18288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4pPr>
            <a:lvl5pPr indent="-349250" lvl="4" marL="22860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5pPr>
            <a:lvl6pPr indent="-349250" lvl="5" marL="2743200" algn="l">
              <a:lnSpc>
                <a:spcPct val="115000"/>
              </a:lnSpc>
              <a:spcBef>
                <a:spcPts val="2100"/>
              </a:spcBef>
              <a:spcAft>
                <a:spcPts val="0"/>
              </a:spcAft>
              <a:buClr>
                <a:schemeClr val="dk1"/>
              </a:buClr>
              <a:buSzPts val="1900"/>
              <a:buFont typeface="Fira Sans"/>
              <a:buAutoNum type="romanLcPeriod"/>
              <a:defRPr>
                <a:solidFill>
                  <a:schemeClr val="dk1"/>
                </a:solidFill>
                <a:latin typeface="Fira Sans"/>
                <a:ea typeface="Fira Sans"/>
                <a:cs typeface="Fira Sans"/>
                <a:sym typeface="Fira Sans"/>
              </a:defRPr>
            </a:lvl6pPr>
            <a:lvl7pPr indent="-349250" lvl="6" marL="3200400" algn="l">
              <a:lnSpc>
                <a:spcPct val="115000"/>
              </a:lnSpc>
              <a:spcBef>
                <a:spcPts val="2100"/>
              </a:spcBef>
              <a:spcAft>
                <a:spcPts val="0"/>
              </a:spcAft>
              <a:buClr>
                <a:schemeClr val="dk1"/>
              </a:buClr>
              <a:buSzPts val="1900"/>
              <a:buFont typeface="Fira Sans"/>
              <a:buAutoNum type="arabicPeriod"/>
              <a:defRPr>
                <a:solidFill>
                  <a:schemeClr val="dk1"/>
                </a:solidFill>
                <a:latin typeface="Fira Sans"/>
                <a:ea typeface="Fira Sans"/>
                <a:cs typeface="Fira Sans"/>
                <a:sym typeface="Fira Sans"/>
              </a:defRPr>
            </a:lvl7pPr>
            <a:lvl8pPr indent="-349250" lvl="7" marL="3657600" algn="l">
              <a:lnSpc>
                <a:spcPct val="115000"/>
              </a:lnSpc>
              <a:spcBef>
                <a:spcPts val="2100"/>
              </a:spcBef>
              <a:spcAft>
                <a:spcPts val="0"/>
              </a:spcAft>
              <a:buClr>
                <a:schemeClr val="dk1"/>
              </a:buClr>
              <a:buSzPts val="1900"/>
              <a:buFont typeface="Fira Sans"/>
              <a:buAutoNum type="alphaLcPeriod"/>
              <a:defRPr>
                <a:solidFill>
                  <a:schemeClr val="dk1"/>
                </a:solidFill>
                <a:latin typeface="Fira Sans"/>
                <a:ea typeface="Fira Sans"/>
                <a:cs typeface="Fira Sans"/>
                <a:sym typeface="Fira Sans"/>
              </a:defRPr>
            </a:lvl8pPr>
            <a:lvl9pPr indent="-349250" lvl="8" marL="4114800" algn="l">
              <a:lnSpc>
                <a:spcPct val="115000"/>
              </a:lnSpc>
              <a:spcBef>
                <a:spcPts val="2100"/>
              </a:spcBef>
              <a:spcAft>
                <a:spcPts val="2100"/>
              </a:spcAft>
              <a:buClr>
                <a:schemeClr val="dk1"/>
              </a:buClr>
              <a:buSzPts val="1900"/>
              <a:buFont typeface="Fira Sans"/>
              <a:buAutoNum type="romanLcPeriod"/>
              <a:defRPr>
                <a:solidFill>
                  <a:schemeClr val="dk1"/>
                </a:solidFill>
                <a:latin typeface="Fira Sans"/>
                <a:ea typeface="Fira Sans"/>
                <a:cs typeface="Fira Sans"/>
                <a:sym typeface="Fira Sans"/>
              </a:defRPr>
            </a:lvl9pPr>
          </a:lstStyle>
          <a:p/>
        </p:txBody>
      </p:sp>
      <p:sp>
        <p:nvSpPr>
          <p:cNvPr id="438" name="Google Shape;438;p102"/>
          <p:cNvSpPr txBox="1"/>
          <p:nvPr>
            <p:ph idx="12" type="sldNum"/>
          </p:nvPr>
        </p:nvSpPr>
        <p:spPr>
          <a:xfrm>
            <a:off x="11460400" y="13"/>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9">
    <p:spTree>
      <p:nvGrpSpPr>
        <p:cNvPr id="439" name="Shape 439"/>
        <p:cNvGrpSpPr/>
        <p:nvPr/>
      </p:nvGrpSpPr>
      <p:grpSpPr>
        <a:xfrm>
          <a:off x="0" y="0"/>
          <a:ext cx="0" cy="0"/>
          <a:chOff x="0" y="0"/>
          <a:chExt cx="0" cy="0"/>
        </a:xfrm>
      </p:grpSpPr>
      <p:sp>
        <p:nvSpPr>
          <p:cNvPr id="440" name="Google Shape;440;p103"/>
          <p:cNvSpPr txBox="1"/>
          <p:nvPr>
            <p:ph type="title"/>
          </p:nvPr>
        </p:nvSpPr>
        <p:spPr>
          <a:xfrm>
            <a:off x="415600" y="593367"/>
            <a:ext cx="11360700" cy="763500"/>
          </a:xfrm>
          <a:prstGeom prst="rect">
            <a:avLst/>
          </a:prstGeom>
          <a:noFill/>
          <a:ln>
            <a:noFill/>
          </a:ln>
        </p:spPr>
        <p:txBody>
          <a:bodyPr anchorCtr="0" anchor="t" bIns="121925" lIns="121925" spcFirstLastPara="1" rIns="121925" wrap="square" tIns="121925">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441" name="Google Shape;441;p103"/>
          <p:cNvSpPr txBox="1"/>
          <p:nvPr>
            <p:ph idx="1" type="body"/>
          </p:nvPr>
        </p:nvSpPr>
        <p:spPr>
          <a:xfrm>
            <a:off x="415600" y="1536633"/>
            <a:ext cx="11360700" cy="4555200"/>
          </a:xfrm>
          <a:prstGeom prst="rect">
            <a:avLst/>
          </a:prstGeom>
          <a:noFill/>
          <a:ln>
            <a:noFill/>
          </a:ln>
        </p:spPr>
        <p:txBody>
          <a:bodyPr anchorCtr="0" anchor="t" bIns="121925" lIns="121925" spcFirstLastPara="1" rIns="121925" wrap="square" tIns="121925">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442" name="Google Shape;442;p103"/>
          <p:cNvSpPr txBox="1"/>
          <p:nvPr>
            <p:ph idx="12" type="sldNum"/>
          </p:nvPr>
        </p:nvSpPr>
        <p:spPr>
          <a:xfrm>
            <a:off x="11296611" y="6217623"/>
            <a:ext cx="731700" cy="524700"/>
          </a:xfrm>
          <a:prstGeom prst="rect">
            <a:avLst/>
          </a:prstGeom>
          <a:noFill/>
          <a:ln>
            <a:noFill/>
          </a:ln>
        </p:spPr>
        <p:txBody>
          <a:bodyPr anchorCtr="0" anchor="ctr" bIns="121925" lIns="121925" spcFirstLastPara="1" rIns="121925" wrap="square" tIns="121925">
            <a:norm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443" name="Shape 443"/>
        <p:cNvGrpSpPr/>
        <p:nvPr/>
      </p:nvGrpSpPr>
      <p:grpSpPr>
        <a:xfrm>
          <a:off x="0" y="0"/>
          <a:ext cx="0" cy="0"/>
          <a:chOff x="0" y="0"/>
          <a:chExt cx="0" cy="0"/>
        </a:xfrm>
      </p:grpSpPr>
      <p:sp>
        <p:nvSpPr>
          <p:cNvPr id="444" name="Google Shape;444;p104"/>
          <p:cNvSpPr txBox="1"/>
          <p:nvPr>
            <p:ph type="ctrTitle"/>
          </p:nvPr>
        </p:nvSpPr>
        <p:spPr>
          <a:xfrm>
            <a:off x="415611" y="992767"/>
            <a:ext cx="11360700" cy="2736900"/>
          </a:xfrm>
          <a:prstGeom prst="rect">
            <a:avLst/>
          </a:prstGeom>
          <a:noFill/>
          <a:ln>
            <a:noFill/>
          </a:ln>
        </p:spPr>
        <p:txBody>
          <a:bodyPr anchorCtr="0" anchor="b" bIns="121925" lIns="121925" spcFirstLastPara="1" rIns="121925" wrap="square" tIns="121925">
            <a:noAutofit/>
          </a:bodyPr>
          <a:lstStyle>
            <a:lvl1pPr lvl="0" algn="ctr">
              <a:lnSpc>
                <a:spcPct val="100000"/>
              </a:lnSpc>
              <a:spcBef>
                <a:spcPts val="0"/>
              </a:spcBef>
              <a:spcAft>
                <a:spcPts val="0"/>
              </a:spcAft>
              <a:buSzPts val="6900"/>
              <a:buNone/>
              <a:defRPr sz="6900"/>
            </a:lvl1pPr>
            <a:lvl2pPr lvl="1" algn="ctr">
              <a:lnSpc>
                <a:spcPct val="100000"/>
              </a:lnSpc>
              <a:spcBef>
                <a:spcPts val="0"/>
              </a:spcBef>
              <a:spcAft>
                <a:spcPts val="0"/>
              </a:spcAft>
              <a:buSzPts val="6900"/>
              <a:buNone/>
              <a:defRPr sz="6900"/>
            </a:lvl2pPr>
            <a:lvl3pPr lvl="2" algn="ctr">
              <a:lnSpc>
                <a:spcPct val="100000"/>
              </a:lnSpc>
              <a:spcBef>
                <a:spcPts val="0"/>
              </a:spcBef>
              <a:spcAft>
                <a:spcPts val="0"/>
              </a:spcAft>
              <a:buSzPts val="6900"/>
              <a:buNone/>
              <a:defRPr sz="6900"/>
            </a:lvl3pPr>
            <a:lvl4pPr lvl="3" algn="ctr">
              <a:lnSpc>
                <a:spcPct val="100000"/>
              </a:lnSpc>
              <a:spcBef>
                <a:spcPts val="0"/>
              </a:spcBef>
              <a:spcAft>
                <a:spcPts val="0"/>
              </a:spcAft>
              <a:buSzPts val="6900"/>
              <a:buNone/>
              <a:defRPr sz="6900"/>
            </a:lvl4pPr>
            <a:lvl5pPr lvl="4" algn="ctr">
              <a:lnSpc>
                <a:spcPct val="100000"/>
              </a:lnSpc>
              <a:spcBef>
                <a:spcPts val="0"/>
              </a:spcBef>
              <a:spcAft>
                <a:spcPts val="0"/>
              </a:spcAft>
              <a:buSzPts val="6900"/>
              <a:buNone/>
              <a:defRPr sz="6900"/>
            </a:lvl5pPr>
            <a:lvl6pPr lvl="5" algn="ctr">
              <a:lnSpc>
                <a:spcPct val="100000"/>
              </a:lnSpc>
              <a:spcBef>
                <a:spcPts val="0"/>
              </a:spcBef>
              <a:spcAft>
                <a:spcPts val="0"/>
              </a:spcAft>
              <a:buSzPts val="6900"/>
              <a:buNone/>
              <a:defRPr sz="6900"/>
            </a:lvl6pPr>
            <a:lvl7pPr lvl="6" algn="ctr">
              <a:lnSpc>
                <a:spcPct val="100000"/>
              </a:lnSpc>
              <a:spcBef>
                <a:spcPts val="0"/>
              </a:spcBef>
              <a:spcAft>
                <a:spcPts val="0"/>
              </a:spcAft>
              <a:buSzPts val="6900"/>
              <a:buNone/>
              <a:defRPr sz="6900"/>
            </a:lvl7pPr>
            <a:lvl8pPr lvl="7" algn="ctr">
              <a:lnSpc>
                <a:spcPct val="100000"/>
              </a:lnSpc>
              <a:spcBef>
                <a:spcPts val="0"/>
              </a:spcBef>
              <a:spcAft>
                <a:spcPts val="0"/>
              </a:spcAft>
              <a:buSzPts val="6900"/>
              <a:buNone/>
              <a:defRPr sz="6900"/>
            </a:lvl8pPr>
            <a:lvl9pPr lvl="8" algn="ctr">
              <a:lnSpc>
                <a:spcPct val="100000"/>
              </a:lnSpc>
              <a:spcBef>
                <a:spcPts val="0"/>
              </a:spcBef>
              <a:spcAft>
                <a:spcPts val="0"/>
              </a:spcAft>
              <a:buSzPts val="6900"/>
              <a:buNone/>
              <a:defRPr sz="6900"/>
            </a:lvl9pPr>
          </a:lstStyle>
          <a:p/>
        </p:txBody>
      </p:sp>
      <p:sp>
        <p:nvSpPr>
          <p:cNvPr id="445" name="Google Shape;445;p104"/>
          <p:cNvSpPr txBox="1"/>
          <p:nvPr>
            <p:ph idx="1" type="subTitle"/>
          </p:nvPr>
        </p:nvSpPr>
        <p:spPr>
          <a:xfrm>
            <a:off x="415600" y="3778833"/>
            <a:ext cx="11360700" cy="1056900"/>
          </a:xfrm>
          <a:prstGeom prst="rect">
            <a:avLst/>
          </a:prstGeom>
          <a:noFill/>
          <a:ln>
            <a:noFill/>
          </a:ln>
        </p:spPr>
        <p:txBody>
          <a:bodyPr anchorCtr="0" anchor="t" bIns="121925" lIns="121925" spcFirstLastPara="1" rIns="121925" wrap="square" tIns="121925">
            <a:noAutofit/>
          </a:bodyPr>
          <a:lstStyle>
            <a:lvl1pPr lvl="0" algn="ctr">
              <a:lnSpc>
                <a:spcPct val="100000"/>
              </a:lnSpc>
              <a:spcBef>
                <a:spcPts val="0"/>
              </a:spcBef>
              <a:spcAft>
                <a:spcPts val="0"/>
              </a:spcAft>
              <a:buSzPts val="3700"/>
              <a:buNone/>
              <a:defRPr sz="3700"/>
            </a:lvl1pPr>
            <a:lvl2pPr lvl="1" algn="ctr">
              <a:lnSpc>
                <a:spcPct val="100000"/>
              </a:lnSpc>
              <a:spcBef>
                <a:spcPts val="2100"/>
              </a:spcBef>
              <a:spcAft>
                <a:spcPts val="0"/>
              </a:spcAft>
              <a:buSzPts val="3700"/>
              <a:buNone/>
              <a:defRPr sz="3700"/>
            </a:lvl2pPr>
            <a:lvl3pPr lvl="2" algn="ctr">
              <a:lnSpc>
                <a:spcPct val="100000"/>
              </a:lnSpc>
              <a:spcBef>
                <a:spcPts val="2100"/>
              </a:spcBef>
              <a:spcAft>
                <a:spcPts val="0"/>
              </a:spcAft>
              <a:buSzPts val="3700"/>
              <a:buNone/>
              <a:defRPr sz="3700"/>
            </a:lvl3pPr>
            <a:lvl4pPr lvl="3" algn="ctr">
              <a:lnSpc>
                <a:spcPct val="100000"/>
              </a:lnSpc>
              <a:spcBef>
                <a:spcPts val="2100"/>
              </a:spcBef>
              <a:spcAft>
                <a:spcPts val="0"/>
              </a:spcAft>
              <a:buSzPts val="3700"/>
              <a:buNone/>
              <a:defRPr sz="3700"/>
            </a:lvl4pPr>
            <a:lvl5pPr lvl="4" algn="ctr">
              <a:lnSpc>
                <a:spcPct val="100000"/>
              </a:lnSpc>
              <a:spcBef>
                <a:spcPts val="2100"/>
              </a:spcBef>
              <a:spcAft>
                <a:spcPts val="0"/>
              </a:spcAft>
              <a:buSzPts val="3700"/>
              <a:buNone/>
              <a:defRPr sz="3700"/>
            </a:lvl5pPr>
            <a:lvl6pPr lvl="5" algn="ctr">
              <a:lnSpc>
                <a:spcPct val="100000"/>
              </a:lnSpc>
              <a:spcBef>
                <a:spcPts val="2100"/>
              </a:spcBef>
              <a:spcAft>
                <a:spcPts val="0"/>
              </a:spcAft>
              <a:buSzPts val="3700"/>
              <a:buNone/>
              <a:defRPr sz="3700"/>
            </a:lvl6pPr>
            <a:lvl7pPr lvl="6" algn="ctr">
              <a:lnSpc>
                <a:spcPct val="100000"/>
              </a:lnSpc>
              <a:spcBef>
                <a:spcPts val="2100"/>
              </a:spcBef>
              <a:spcAft>
                <a:spcPts val="0"/>
              </a:spcAft>
              <a:buSzPts val="3700"/>
              <a:buNone/>
              <a:defRPr sz="3700"/>
            </a:lvl7pPr>
            <a:lvl8pPr lvl="7" algn="ctr">
              <a:lnSpc>
                <a:spcPct val="100000"/>
              </a:lnSpc>
              <a:spcBef>
                <a:spcPts val="2100"/>
              </a:spcBef>
              <a:spcAft>
                <a:spcPts val="0"/>
              </a:spcAft>
              <a:buSzPts val="3700"/>
              <a:buNone/>
              <a:defRPr sz="3700"/>
            </a:lvl8pPr>
            <a:lvl9pPr lvl="8" algn="ctr">
              <a:lnSpc>
                <a:spcPct val="100000"/>
              </a:lnSpc>
              <a:spcBef>
                <a:spcPts val="2100"/>
              </a:spcBef>
              <a:spcAft>
                <a:spcPts val="0"/>
              </a:spcAft>
              <a:buSzPts val="3700"/>
              <a:buNone/>
              <a:defRPr sz="3700"/>
            </a:lvl9pPr>
          </a:lstStyle>
          <a:p/>
        </p:txBody>
      </p:sp>
      <p:sp>
        <p:nvSpPr>
          <p:cNvPr id="446" name="Google Shape;446;p104"/>
          <p:cNvSpPr txBox="1"/>
          <p:nvPr>
            <p:ph idx="12" type="sldNum"/>
          </p:nvPr>
        </p:nvSpPr>
        <p:spPr>
          <a:xfrm>
            <a:off x="11296610" y="6217622"/>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1">
  <p:cSld name="SECTION_HEADER_1_1_1_1_1">
    <p:bg>
      <p:bgPr>
        <a:blipFill>
          <a:blip r:embed="rId2">
            <a:alphaModFix/>
          </a:blip>
          <a:stretch>
            <a:fillRect/>
          </a:stretch>
        </a:blipFill>
      </p:bgPr>
    </p:bg>
    <p:spTree>
      <p:nvGrpSpPr>
        <p:cNvPr id="447" name="Shape 447"/>
        <p:cNvGrpSpPr/>
        <p:nvPr/>
      </p:nvGrpSpPr>
      <p:grpSpPr>
        <a:xfrm>
          <a:off x="0" y="0"/>
          <a:ext cx="0" cy="0"/>
          <a:chOff x="0" y="0"/>
          <a:chExt cx="0" cy="0"/>
        </a:xfrm>
      </p:grpSpPr>
      <p:pic>
        <p:nvPicPr>
          <p:cNvPr id="448" name="Google Shape;448;p105" title="logo.png"/>
          <p:cNvPicPr preferRelativeResize="0"/>
          <p:nvPr/>
        </p:nvPicPr>
        <p:blipFill rotWithShape="1">
          <a:blip r:embed="rId3">
            <a:alphaModFix/>
          </a:blip>
          <a:srcRect b="0" l="0" r="0" t="0"/>
          <a:stretch/>
        </p:blipFill>
        <p:spPr>
          <a:xfrm>
            <a:off x="5489070" y="5971023"/>
            <a:ext cx="1213562" cy="277364"/>
          </a:xfrm>
          <a:prstGeom prst="rect">
            <a:avLst/>
          </a:prstGeom>
          <a:noFill/>
          <a:ln>
            <a:noFill/>
          </a:ln>
        </p:spPr>
      </p:pic>
    </p:spTree>
  </p:cSld>
  <p:clrMapOvr>
    <a:masterClrMapping/>
  </p:clrMapOvr>
  <p:extLst>
    <p:ext uri="{DCECCB84-F9BA-43D5-87BE-67443E8EF086}">
      <p15:sldGuideLst>
        <p15:guide id="1" pos="241">
          <p15:clr>
            <a:srgbClr val="E46962"/>
          </p15:clr>
        </p15:guide>
        <p15:guide id="2" orient="horz" pos="235">
          <p15:clr>
            <a:srgbClr val="E46962"/>
          </p15:clr>
        </p15:guide>
        <p15:guide id="3" pos="7439">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slideLayout" Target="../slideLayouts/slideLayout34.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36" Type="http://schemas.openxmlformats.org/officeDocument/2006/relationships/theme" Target="../theme/theme1.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3.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1" Type="http://schemas.openxmlformats.org/officeDocument/2006/relationships/image" Target="../media/image1.png"/><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26" Type="http://schemas.openxmlformats.org/officeDocument/2006/relationships/slideLayout" Target="../slideLayouts/slideLayout59.xml"/><Relationship Id="rId25" Type="http://schemas.openxmlformats.org/officeDocument/2006/relationships/slideLayout" Target="../slideLayouts/slideLayout58.xml"/><Relationship Id="rId28" Type="http://schemas.openxmlformats.org/officeDocument/2006/relationships/slideLayout" Target="../slideLayouts/slideLayout61.xml"/><Relationship Id="rId27" Type="http://schemas.openxmlformats.org/officeDocument/2006/relationships/slideLayout" Target="../slideLayouts/slideLayout60.xml"/><Relationship Id="rId5" Type="http://schemas.openxmlformats.org/officeDocument/2006/relationships/slideLayout" Target="../slideLayouts/slideLayout38.xml"/><Relationship Id="rId6" Type="http://schemas.openxmlformats.org/officeDocument/2006/relationships/slideLayout" Target="../slideLayouts/slideLayout39.xml"/><Relationship Id="rId29" Type="http://schemas.openxmlformats.org/officeDocument/2006/relationships/slideLayout" Target="../slideLayouts/slideLayout62.xml"/><Relationship Id="rId7" Type="http://schemas.openxmlformats.org/officeDocument/2006/relationships/slideLayout" Target="../slideLayouts/slideLayout40.xml"/><Relationship Id="rId8" Type="http://schemas.openxmlformats.org/officeDocument/2006/relationships/slideLayout" Target="../slideLayouts/slideLayout41.xml"/><Relationship Id="rId31" Type="http://schemas.openxmlformats.org/officeDocument/2006/relationships/slideLayout" Target="../slideLayouts/slideLayout64.xml"/><Relationship Id="rId30" Type="http://schemas.openxmlformats.org/officeDocument/2006/relationships/slideLayout" Target="../slideLayouts/slideLayout63.xml"/><Relationship Id="rId11" Type="http://schemas.openxmlformats.org/officeDocument/2006/relationships/slideLayout" Target="../slideLayouts/slideLayout44.xml"/><Relationship Id="rId33" Type="http://schemas.openxmlformats.org/officeDocument/2006/relationships/slideLayout" Target="../slideLayouts/slideLayout66.xml"/><Relationship Id="rId10" Type="http://schemas.openxmlformats.org/officeDocument/2006/relationships/slideLayout" Target="../slideLayouts/slideLayout43.xml"/><Relationship Id="rId32" Type="http://schemas.openxmlformats.org/officeDocument/2006/relationships/slideLayout" Target="../slideLayouts/slideLayout65.xml"/><Relationship Id="rId13" Type="http://schemas.openxmlformats.org/officeDocument/2006/relationships/slideLayout" Target="../slideLayouts/slideLayout46.xml"/><Relationship Id="rId35" Type="http://schemas.openxmlformats.org/officeDocument/2006/relationships/slideLayout" Target="../slideLayouts/slideLayout68.xml"/><Relationship Id="rId12" Type="http://schemas.openxmlformats.org/officeDocument/2006/relationships/slideLayout" Target="../slideLayouts/slideLayout45.xml"/><Relationship Id="rId34" Type="http://schemas.openxmlformats.org/officeDocument/2006/relationships/slideLayout" Target="../slideLayouts/slideLayout67.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36" Type="http://schemas.openxmlformats.org/officeDocument/2006/relationships/theme" Target="../theme/theme4.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9" Type="http://schemas.openxmlformats.org/officeDocument/2006/relationships/slideLayout" Target="../slideLayouts/slideLayout52.xml"/><Relationship Id="rId18"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87.xml"/><Relationship Id="rId22" Type="http://schemas.openxmlformats.org/officeDocument/2006/relationships/slideLayout" Target="../slideLayouts/slideLayout89.xml"/><Relationship Id="rId21" Type="http://schemas.openxmlformats.org/officeDocument/2006/relationships/slideLayout" Target="../slideLayouts/slideLayout88.xml"/><Relationship Id="rId24" Type="http://schemas.openxmlformats.org/officeDocument/2006/relationships/slideLayout" Target="../slideLayouts/slideLayout91.xml"/><Relationship Id="rId23" Type="http://schemas.openxmlformats.org/officeDocument/2006/relationships/slideLayout" Target="../slideLayouts/slideLayout90.xml"/><Relationship Id="rId1" Type="http://schemas.openxmlformats.org/officeDocument/2006/relationships/image" Target="../media/image1.png"/><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9" Type="http://schemas.openxmlformats.org/officeDocument/2006/relationships/slideLayout" Target="../slideLayouts/slideLayout76.xml"/><Relationship Id="rId26" Type="http://schemas.openxmlformats.org/officeDocument/2006/relationships/slideLayout" Target="../slideLayouts/slideLayout93.xml"/><Relationship Id="rId25" Type="http://schemas.openxmlformats.org/officeDocument/2006/relationships/slideLayout" Target="../slideLayouts/slideLayout92.xml"/><Relationship Id="rId28" Type="http://schemas.openxmlformats.org/officeDocument/2006/relationships/slideLayout" Target="../slideLayouts/slideLayout95.xml"/><Relationship Id="rId27" Type="http://schemas.openxmlformats.org/officeDocument/2006/relationships/slideLayout" Target="../slideLayouts/slideLayout94.xml"/><Relationship Id="rId5" Type="http://schemas.openxmlformats.org/officeDocument/2006/relationships/slideLayout" Target="../slideLayouts/slideLayout72.xml"/><Relationship Id="rId6" Type="http://schemas.openxmlformats.org/officeDocument/2006/relationships/slideLayout" Target="../slideLayouts/slideLayout73.xml"/><Relationship Id="rId29" Type="http://schemas.openxmlformats.org/officeDocument/2006/relationships/slideLayout" Target="../slideLayouts/slideLayout96.xml"/><Relationship Id="rId7" Type="http://schemas.openxmlformats.org/officeDocument/2006/relationships/slideLayout" Target="../slideLayouts/slideLayout74.xml"/><Relationship Id="rId8" Type="http://schemas.openxmlformats.org/officeDocument/2006/relationships/slideLayout" Target="../slideLayouts/slideLayout75.xml"/><Relationship Id="rId31" Type="http://schemas.openxmlformats.org/officeDocument/2006/relationships/slideLayout" Target="../slideLayouts/slideLayout98.xml"/><Relationship Id="rId30" Type="http://schemas.openxmlformats.org/officeDocument/2006/relationships/slideLayout" Target="../slideLayouts/slideLayout97.xml"/><Relationship Id="rId11" Type="http://schemas.openxmlformats.org/officeDocument/2006/relationships/slideLayout" Target="../slideLayouts/slideLayout78.xml"/><Relationship Id="rId33" Type="http://schemas.openxmlformats.org/officeDocument/2006/relationships/slideLayout" Target="../slideLayouts/slideLayout100.xml"/><Relationship Id="rId10" Type="http://schemas.openxmlformats.org/officeDocument/2006/relationships/slideLayout" Target="../slideLayouts/slideLayout77.xml"/><Relationship Id="rId32" Type="http://schemas.openxmlformats.org/officeDocument/2006/relationships/slideLayout" Target="../slideLayouts/slideLayout99.xml"/><Relationship Id="rId13" Type="http://schemas.openxmlformats.org/officeDocument/2006/relationships/slideLayout" Target="../slideLayouts/slideLayout80.xml"/><Relationship Id="rId35" Type="http://schemas.openxmlformats.org/officeDocument/2006/relationships/slideLayout" Target="../slideLayouts/slideLayout102.xml"/><Relationship Id="rId12" Type="http://schemas.openxmlformats.org/officeDocument/2006/relationships/slideLayout" Target="../slideLayouts/slideLayout79.xml"/><Relationship Id="rId34" Type="http://schemas.openxmlformats.org/officeDocument/2006/relationships/slideLayout" Target="../slideLayouts/slideLayout101.xml"/><Relationship Id="rId15" Type="http://schemas.openxmlformats.org/officeDocument/2006/relationships/slideLayout" Target="../slideLayouts/slideLayout82.xml"/><Relationship Id="rId14" Type="http://schemas.openxmlformats.org/officeDocument/2006/relationships/slideLayout" Target="../slideLayouts/slideLayout81.xml"/><Relationship Id="rId36" Type="http://schemas.openxmlformats.org/officeDocument/2006/relationships/theme" Target="../theme/theme2.xml"/><Relationship Id="rId17" Type="http://schemas.openxmlformats.org/officeDocument/2006/relationships/slideLayout" Target="../slideLayouts/slideLayout84.xml"/><Relationship Id="rId16" Type="http://schemas.openxmlformats.org/officeDocument/2006/relationships/slideLayout" Target="../slideLayouts/slideLayout83.xml"/><Relationship Id="rId19" Type="http://schemas.openxmlformats.org/officeDocument/2006/relationships/slideLayout" Target="../slideLayouts/slideLayout86.xml"/><Relationship Id="rId18" Type="http://schemas.openxmlformats.org/officeDocument/2006/relationships/slideLayout" Target="../slideLayouts/slideLayout8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rtl="0" algn="l">
              <a:lnSpc>
                <a:spcPct val="100000"/>
              </a:lnSpc>
              <a:spcBef>
                <a:spcPts val="0"/>
              </a:spcBef>
              <a:spcAft>
                <a:spcPts val="0"/>
              </a:spcAft>
              <a:buClr>
                <a:srgbClr val="3896D2"/>
              </a:buClr>
              <a:buSzPts val="3700"/>
              <a:buFont typeface="Fira Sans"/>
              <a:buNone/>
              <a:defRPr b="0" i="0" sz="3700" u="none" cap="none" strike="noStrike">
                <a:solidFill>
                  <a:srgbClr val="3896D2"/>
                </a:solidFill>
                <a:latin typeface="Fira Sans"/>
                <a:ea typeface="Fira Sans"/>
                <a:cs typeface="Fira Sans"/>
                <a:sym typeface="Fira Sans"/>
              </a:defRPr>
            </a:lvl1pPr>
            <a:lvl2pPr lvl="1"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2pPr>
            <a:lvl3pPr lvl="2"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3pPr>
            <a:lvl4pPr lvl="3"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4pPr>
            <a:lvl5pPr lvl="4"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5pPr>
            <a:lvl6pPr lvl="5"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6pPr>
            <a:lvl7pPr lvl="6"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7pPr>
            <a:lvl8pPr lvl="7"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8pPr>
            <a:lvl9pPr lvl="8" marR="0" rtl="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rtl="0" algn="l">
              <a:lnSpc>
                <a:spcPct val="115000"/>
              </a:lnSpc>
              <a:spcBef>
                <a:spcPts val="0"/>
              </a:spcBef>
              <a:spcAft>
                <a:spcPts val="0"/>
              </a:spcAft>
              <a:buClr>
                <a:srgbClr val="FFFFFF"/>
              </a:buClr>
              <a:buSzPts val="2400"/>
              <a:buFont typeface="Fira Sans"/>
              <a:buChar char="●"/>
              <a:defRPr b="0" i="0" sz="2400" u="none" cap="none" strike="noStrike">
                <a:solidFill>
                  <a:srgbClr val="FFFFFF"/>
                </a:solidFill>
                <a:latin typeface="Fira Sans"/>
                <a:ea typeface="Fira Sans"/>
                <a:cs typeface="Fira Sans"/>
                <a:sym typeface="Fira Sans"/>
              </a:defRPr>
            </a:lvl1pPr>
            <a:lvl2pPr indent="-349250" lvl="1" marL="9144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2pPr>
            <a:lvl3pPr indent="-349250" lvl="2" marL="13716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3pPr>
            <a:lvl4pPr indent="-349250" lvl="3" marL="18288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4pPr>
            <a:lvl5pPr indent="-349250" lvl="4" marL="22860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5pPr>
            <a:lvl6pPr indent="-349250" lvl="5" marL="27432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6pPr>
            <a:lvl7pPr indent="-349250" lvl="6" marL="32004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7pPr>
            <a:lvl8pPr indent="-349250" lvl="7" marL="3657600" marR="0" rtl="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8pPr>
            <a:lvl9pPr indent="-349250" lvl="8" marL="4114800" marR="0" rtl="0" algn="l">
              <a:lnSpc>
                <a:spcPct val="115000"/>
              </a:lnSpc>
              <a:spcBef>
                <a:spcPts val="2100"/>
              </a:spcBef>
              <a:spcAft>
                <a:spcPts val="210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9pPr>
          </a:lstStyle>
          <a:p/>
        </p:txBody>
      </p:sp>
      <p:sp>
        <p:nvSpPr>
          <p:cNvPr id="8" name="Google Shape;8;p1"/>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rtl="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
          <p:cNvPicPr preferRelativeResize="0"/>
          <p:nvPr/>
        </p:nvPicPr>
        <p:blipFill rotWithShape="1">
          <a:blip r:embed="rId1">
            <a:alphaModFix/>
          </a:blip>
          <a:srcRect b="-7261" l="-15064" r="-2072" t="-9875"/>
          <a:stretch/>
        </p:blipFill>
        <p:spPr>
          <a:xfrm>
            <a:off x="9164466" y="4628439"/>
            <a:ext cx="3451975" cy="34519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153" name="Shape 153"/>
        <p:cNvGrpSpPr/>
        <p:nvPr/>
      </p:nvGrpSpPr>
      <p:grpSpPr>
        <a:xfrm>
          <a:off x="0" y="0"/>
          <a:ext cx="0" cy="0"/>
          <a:chOff x="0" y="0"/>
          <a:chExt cx="0" cy="0"/>
        </a:xfrm>
      </p:grpSpPr>
      <p:sp>
        <p:nvSpPr>
          <p:cNvPr id="154" name="Google Shape;154;p3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marR="0" algn="l">
              <a:lnSpc>
                <a:spcPct val="100000"/>
              </a:lnSpc>
              <a:spcBef>
                <a:spcPts val="0"/>
              </a:spcBef>
              <a:spcAft>
                <a:spcPts val="0"/>
              </a:spcAft>
              <a:buClr>
                <a:srgbClr val="3896D2"/>
              </a:buClr>
              <a:buSzPts val="3700"/>
              <a:buFont typeface="Fira Sans"/>
              <a:buNone/>
              <a:defRPr b="0" i="0" sz="3700" u="none" cap="none" strike="noStrike">
                <a:solidFill>
                  <a:srgbClr val="3896D2"/>
                </a:solidFill>
                <a:latin typeface="Fira Sans"/>
                <a:ea typeface="Fira Sans"/>
                <a:cs typeface="Fira Sans"/>
                <a:sym typeface="Fira Sans"/>
              </a:defRPr>
            </a:lvl1pPr>
            <a:lvl2pPr lvl="1"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2pPr>
            <a:lvl3pPr lvl="2"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3pPr>
            <a:lvl4pPr lvl="3"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4pPr>
            <a:lvl5pPr lvl="4"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5pPr>
            <a:lvl6pPr lvl="5"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6pPr>
            <a:lvl7pPr lvl="6"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7pPr>
            <a:lvl8pPr lvl="7"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8pPr>
            <a:lvl9pPr lvl="8"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9pPr>
          </a:lstStyle>
          <a:p/>
        </p:txBody>
      </p:sp>
      <p:sp>
        <p:nvSpPr>
          <p:cNvPr id="155" name="Google Shape;155;p3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81000" lvl="0" marL="457200" marR="0" algn="l">
              <a:lnSpc>
                <a:spcPct val="115000"/>
              </a:lnSpc>
              <a:spcBef>
                <a:spcPts val="0"/>
              </a:spcBef>
              <a:spcAft>
                <a:spcPts val="0"/>
              </a:spcAft>
              <a:buClr>
                <a:srgbClr val="FFFFFF"/>
              </a:buClr>
              <a:buSzPts val="2400"/>
              <a:buFont typeface="Fira Sans"/>
              <a:buChar char="●"/>
              <a:defRPr b="0" i="0" sz="2400" u="none" cap="none" strike="noStrike">
                <a:solidFill>
                  <a:srgbClr val="FFFFFF"/>
                </a:solidFill>
                <a:latin typeface="Fira Sans"/>
                <a:ea typeface="Fira Sans"/>
                <a:cs typeface="Fira Sans"/>
                <a:sym typeface="Fira Sans"/>
              </a:defRPr>
            </a:lvl1pPr>
            <a:lvl2pPr indent="-349250" lvl="1" marL="9144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2pPr>
            <a:lvl3pPr indent="-349250" lvl="2" marL="13716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3pPr>
            <a:lvl4pPr indent="-349250" lvl="3" marL="18288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4pPr>
            <a:lvl5pPr indent="-349250" lvl="4" marL="22860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5pPr>
            <a:lvl6pPr indent="-349250" lvl="5" marL="27432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6pPr>
            <a:lvl7pPr indent="-349250" lvl="6" marL="32004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7pPr>
            <a:lvl8pPr indent="-349250" lvl="7" marL="36576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8pPr>
            <a:lvl9pPr indent="-349250" lvl="8" marL="4114800" marR="0" algn="l">
              <a:lnSpc>
                <a:spcPct val="115000"/>
              </a:lnSpc>
              <a:spcBef>
                <a:spcPts val="2100"/>
              </a:spcBef>
              <a:spcAft>
                <a:spcPts val="210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9pPr>
          </a:lstStyle>
          <a:p/>
        </p:txBody>
      </p:sp>
      <p:sp>
        <p:nvSpPr>
          <p:cNvPr id="156" name="Google Shape;156;p36"/>
          <p:cNvSpPr txBox="1"/>
          <p:nvPr>
            <p:ph idx="12" type="sldNum"/>
          </p:nvPr>
        </p:nvSpPr>
        <p:spPr>
          <a:xfrm>
            <a:off x="11409045" y="6333135"/>
            <a:ext cx="731700" cy="524700"/>
          </a:xfrm>
          <a:prstGeom prst="rect">
            <a:avLst/>
          </a:prstGeom>
          <a:noFill/>
          <a:ln>
            <a:noFill/>
          </a:ln>
        </p:spPr>
        <p:txBody>
          <a:bodyPr anchorCtr="0" anchor="t" bIns="121900" lIns="121900" spcFirstLastPara="1" rIns="121900" wrap="square" tIns="121900">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pic>
        <p:nvPicPr>
          <p:cNvPr id="157" name="Google Shape;157;p36"/>
          <p:cNvPicPr preferRelativeResize="0"/>
          <p:nvPr/>
        </p:nvPicPr>
        <p:blipFill rotWithShape="1">
          <a:blip r:embed="rId1">
            <a:alphaModFix/>
          </a:blip>
          <a:srcRect b="-7263" l="-15064" r="-2073" t="-9875"/>
          <a:stretch/>
        </p:blipFill>
        <p:spPr>
          <a:xfrm>
            <a:off x="9164466" y="4628439"/>
            <a:ext cx="3451975" cy="34519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 id="2147483709" r:id="rId29"/>
    <p:sldLayoutId id="2147483710" r:id="rId30"/>
    <p:sldLayoutId id="2147483711" r:id="rId31"/>
    <p:sldLayoutId id="2147483712" r:id="rId32"/>
    <p:sldLayoutId id="2147483713" r:id="rId33"/>
    <p:sldLayoutId id="2147483714" r:id="rId34"/>
    <p:sldLayoutId id="2147483715"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324158"/>
        </a:solidFill>
      </p:bgPr>
    </p:bg>
    <p:spTree>
      <p:nvGrpSpPr>
        <p:cNvPr id="301" name="Shape 301"/>
        <p:cNvGrpSpPr/>
        <p:nvPr/>
      </p:nvGrpSpPr>
      <p:grpSpPr>
        <a:xfrm>
          <a:off x="0" y="0"/>
          <a:ext cx="0" cy="0"/>
          <a:chOff x="0" y="0"/>
          <a:chExt cx="0" cy="0"/>
        </a:xfrm>
      </p:grpSpPr>
      <p:sp>
        <p:nvSpPr>
          <p:cNvPr id="302" name="Google Shape;302;p71"/>
          <p:cNvSpPr txBox="1"/>
          <p:nvPr>
            <p:ph type="title"/>
          </p:nvPr>
        </p:nvSpPr>
        <p:spPr>
          <a:xfrm>
            <a:off x="415600" y="593367"/>
            <a:ext cx="11360700" cy="763500"/>
          </a:xfrm>
          <a:prstGeom prst="rect">
            <a:avLst/>
          </a:prstGeom>
          <a:noFill/>
          <a:ln>
            <a:noFill/>
          </a:ln>
        </p:spPr>
        <p:txBody>
          <a:bodyPr anchorCtr="0" anchor="t" bIns="121925" lIns="121925" spcFirstLastPara="1" rIns="121925" wrap="square" tIns="121925">
            <a:noAutofit/>
          </a:bodyPr>
          <a:lstStyle>
            <a:lvl1pPr lvl="0" marR="0" algn="l">
              <a:lnSpc>
                <a:spcPct val="100000"/>
              </a:lnSpc>
              <a:spcBef>
                <a:spcPts val="0"/>
              </a:spcBef>
              <a:spcAft>
                <a:spcPts val="0"/>
              </a:spcAft>
              <a:buClr>
                <a:srgbClr val="3896D2"/>
              </a:buClr>
              <a:buSzPts val="3700"/>
              <a:buFont typeface="Fira Sans"/>
              <a:buNone/>
              <a:defRPr b="0" i="0" sz="3700" u="none" cap="none" strike="noStrike">
                <a:solidFill>
                  <a:srgbClr val="3896D2"/>
                </a:solidFill>
                <a:latin typeface="Fira Sans"/>
                <a:ea typeface="Fira Sans"/>
                <a:cs typeface="Fira Sans"/>
                <a:sym typeface="Fira Sans"/>
              </a:defRPr>
            </a:lvl1pPr>
            <a:lvl2pPr lvl="1"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2pPr>
            <a:lvl3pPr lvl="2"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3pPr>
            <a:lvl4pPr lvl="3"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4pPr>
            <a:lvl5pPr lvl="4"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5pPr>
            <a:lvl6pPr lvl="5"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6pPr>
            <a:lvl7pPr lvl="6"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7pPr>
            <a:lvl8pPr lvl="7"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8pPr>
            <a:lvl9pPr lvl="8" marR="0" algn="l">
              <a:lnSpc>
                <a:spcPct val="100000"/>
              </a:lnSpc>
              <a:spcBef>
                <a:spcPts val="0"/>
              </a:spcBef>
              <a:spcAft>
                <a:spcPts val="0"/>
              </a:spcAft>
              <a:buClr>
                <a:schemeClr val="dk1"/>
              </a:buClr>
              <a:buSzPts val="3700"/>
              <a:buFont typeface="Fira Sans"/>
              <a:buNone/>
              <a:defRPr b="0" i="0" sz="3700" u="none" cap="none" strike="noStrike">
                <a:solidFill>
                  <a:schemeClr val="dk1"/>
                </a:solidFill>
                <a:latin typeface="Fira Sans"/>
                <a:ea typeface="Fira Sans"/>
                <a:cs typeface="Fira Sans"/>
                <a:sym typeface="Fira Sans"/>
              </a:defRPr>
            </a:lvl9pPr>
          </a:lstStyle>
          <a:p/>
        </p:txBody>
      </p:sp>
      <p:sp>
        <p:nvSpPr>
          <p:cNvPr id="303" name="Google Shape;303;p71"/>
          <p:cNvSpPr txBox="1"/>
          <p:nvPr>
            <p:ph idx="1" type="body"/>
          </p:nvPr>
        </p:nvSpPr>
        <p:spPr>
          <a:xfrm>
            <a:off x="415600" y="1536633"/>
            <a:ext cx="11360700" cy="4555200"/>
          </a:xfrm>
          <a:prstGeom prst="rect">
            <a:avLst/>
          </a:prstGeom>
          <a:noFill/>
          <a:ln>
            <a:noFill/>
          </a:ln>
        </p:spPr>
        <p:txBody>
          <a:bodyPr anchorCtr="0" anchor="t" bIns="121925" lIns="121925" spcFirstLastPara="1" rIns="121925" wrap="square" tIns="121925">
            <a:noAutofit/>
          </a:bodyPr>
          <a:lstStyle>
            <a:lvl1pPr indent="-381000" lvl="0" marL="457200" marR="0" algn="l">
              <a:lnSpc>
                <a:spcPct val="115000"/>
              </a:lnSpc>
              <a:spcBef>
                <a:spcPts val="0"/>
              </a:spcBef>
              <a:spcAft>
                <a:spcPts val="0"/>
              </a:spcAft>
              <a:buClr>
                <a:srgbClr val="FFFFFF"/>
              </a:buClr>
              <a:buSzPts val="2400"/>
              <a:buFont typeface="Fira Sans"/>
              <a:buChar char="●"/>
              <a:defRPr b="0" i="0" sz="2400" u="none" cap="none" strike="noStrike">
                <a:solidFill>
                  <a:srgbClr val="FFFFFF"/>
                </a:solidFill>
                <a:latin typeface="Fira Sans"/>
                <a:ea typeface="Fira Sans"/>
                <a:cs typeface="Fira Sans"/>
                <a:sym typeface="Fira Sans"/>
              </a:defRPr>
            </a:lvl1pPr>
            <a:lvl2pPr indent="-349250" lvl="1" marL="9144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2pPr>
            <a:lvl3pPr indent="-349250" lvl="2" marL="13716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3pPr>
            <a:lvl4pPr indent="-349250" lvl="3" marL="18288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4pPr>
            <a:lvl5pPr indent="-349250" lvl="4" marL="22860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5pPr>
            <a:lvl6pPr indent="-349250" lvl="5" marL="27432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6pPr>
            <a:lvl7pPr indent="-349250" lvl="6" marL="32004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7pPr>
            <a:lvl8pPr indent="-349250" lvl="7" marL="3657600" marR="0" algn="l">
              <a:lnSpc>
                <a:spcPct val="115000"/>
              </a:lnSpc>
              <a:spcBef>
                <a:spcPts val="2100"/>
              </a:spcBef>
              <a:spcAft>
                <a:spcPts val="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8pPr>
            <a:lvl9pPr indent="-349250" lvl="8" marL="4114800" marR="0" algn="l">
              <a:lnSpc>
                <a:spcPct val="115000"/>
              </a:lnSpc>
              <a:spcBef>
                <a:spcPts val="2100"/>
              </a:spcBef>
              <a:spcAft>
                <a:spcPts val="2100"/>
              </a:spcAft>
              <a:buClr>
                <a:srgbClr val="FFFFFF"/>
              </a:buClr>
              <a:buSzPts val="1900"/>
              <a:buFont typeface="Fira Sans"/>
              <a:buChar char="■"/>
              <a:defRPr b="0" i="0" sz="1900" u="none" cap="none" strike="noStrike">
                <a:solidFill>
                  <a:srgbClr val="FFFFFF"/>
                </a:solidFill>
                <a:latin typeface="Fira Sans"/>
                <a:ea typeface="Fira Sans"/>
                <a:cs typeface="Fira Sans"/>
                <a:sym typeface="Fira Sans"/>
              </a:defRPr>
            </a:lvl9pPr>
          </a:lstStyle>
          <a:p/>
        </p:txBody>
      </p:sp>
      <p:sp>
        <p:nvSpPr>
          <p:cNvPr id="304" name="Google Shape;304;p71"/>
          <p:cNvSpPr txBox="1"/>
          <p:nvPr>
            <p:ph idx="12" type="sldNum"/>
          </p:nvPr>
        </p:nvSpPr>
        <p:spPr>
          <a:xfrm>
            <a:off x="11409045" y="6333135"/>
            <a:ext cx="731700" cy="524700"/>
          </a:xfrm>
          <a:prstGeom prst="rect">
            <a:avLst/>
          </a:prstGeom>
          <a:noFill/>
          <a:ln>
            <a:noFill/>
          </a:ln>
        </p:spPr>
        <p:txBody>
          <a:bodyPr anchorCtr="0" anchor="t" bIns="121925" lIns="121925" spcFirstLastPara="1" rIns="121925" wrap="square" tIns="121925">
            <a:noAutofit/>
          </a:bodyPr>
          <a:lstStyle>
            <a:lvl1pPr indent="0" lvl="0"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1pPr>
            <a:lvl2pPr indent="0" lvl="1"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2pPr>
            <a:lvl3pPr indent="0" lvl="2"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3pPr>
            <a:lvl4pPr indent="0" lvl="3"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4pPr>
            <a:lvl5pPr indent="0" lvl="4"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5pPr>
            <a:lvl6pPr indent="0" lvl="5"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6pPr>
            <a:lvl7pPr indent="0" lvl="6"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7pPr>
            <a:lvl8pPr indent="0" lvl="7"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8pPr>
            <a:lvl9pPr indent="0" lvl="8" marL="0" marR="0" algn="r">
              <a:lnSpc>
                <a:spcPct val="100000"/>
              </a:lnSpc>
              <a:spcBef>
                <a:spcPts val="0"/>
              </a:spcBef>
              <a:spcAft>
                <a:spcPts val="0"/>
              </a:spcAft>
              <a:buClr>
                <a:srgbClr val="000000"/>
              </a:buClr>
              <a:buSzPts val="1700"/>
              <a:buFont typeface="Arial"/>
              <a:buNone/>
              <a:defRPr b="0" i="0" sz="1700" u="none" cap="none" strike="noStrike">
                <a:solidFill>
                  <a:srgbClr val="FFFFFF"/>
                </a:solidFill>
                <a:latin typeface="Fira Sans"/>
                <a:ea typeface="Fira Sans"/>
                <a:cs typeface="Fira Sans"/>
                <a:sym typeface="Fira Sans"/>
              </a:defRPr>
            </a:lvl9pPr>
          </a:lstStyle>
          <a:p>
            <a:pPr indent="0" lvl="0" marL="0" rtl="0" algn="r">
              <a:spcBef>
                <a:spcPts val="0"/>
              </a:spcBef>
              <a:spcAft>
                <a:spcPts val="0"/>
              </a:spcAft>
              <a:buNone/>
            </a:pPr>
            <a:fld id="{00000000-1234-1234-1234-123412341234}" type="slidenum">
              <a:rPr lang="en-US"/>
              <a:t>‹#›</a:t>
            </a:fld>
            <a:endParaRPr/>
          </a:p>
        </p:txBody>
      </p:sp>
      <p:pic>
        <p:nvPicPr>
          <p:cNvPr id="305" name="Google Shape;305;p71"/>
          <p:cNvPicPr preferRelativeResize="0"/>
          <p:nvPr/>
        </p:nvPicPr>
        <p:blipFill rotWithShape="1">
          <a:blip r:embed="rId1">
            <a:alphaModFix/>
          </a:blip>
          <a:srcRect b="-7263" l="-15064" r="-2073" t="-9875"/>
          <a:stretch/>
        </p:blipFill>
        <p:spPr>
          <a:xfrm>
            <a:off x="9164466" y="4628439"/>
            <a:ext cx="3451113" cy="345111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 id="2147483732" r:id="rId18"/>
    <p:sldLayoutId id="2147483733" r:id="rId19"/>
    <p:sldLayoutId id="2147483734" r:id="rId20"/>
    <p:sldLayoutId id="2147483735" r:id="rId21"/>
    <p:sldLayoutId id="2147483736" r:id="rId22"/>
    <p:sldLayoutId id="2147483737" r:id="rId23"/>
    <p:sldLayoutId id="2147483738" r:id="rId24"/>
    <p:sldLayoutId id="2147483739" r:id="rId25"/>
    <p:sldLayoutId id="2147483740" r:id="rId26"/>
    <p:sldLayoutId id="2147483741" r:id="rId27"/>
    <p:sldLayoutId id="2147483742" r:id="rId28"/>
    <p:sldLayoutId id="2147483743" r:id="rId29"/>
    <p:sldLayoutId id="2147483744" r:id="rId30"/>
    <p:sldLayoutId id="2147483745" r:id="rId31"/>
    <p:sldLayoutId id="2147483746" r:id="rId32"/>
    <p:sldLayoutId id="2147483747" r:id="rId33"/>
    <p:sldLayoutId id="2147483748" r:id="rId34"/>
    <p:sldLayoutId id="2147483749" r:id="rId3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3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 Id="rId3" Type="http://schemas.openxmlformats.org/officeDocument/2006/relationships/hyperlink" Target="mailto:operations@interviewkickstart.com" TargetMode="External"/><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0.xml"/><Relationship Id="rId3" Type="http://schemas.openxmlformats.org/officeDocument/2006/relationships/hyperlink" Target="https://docs.google.com/document/d/1683W0UVuCwFRglNZWs-3c7yxrpQzIoESfYZWlH_dvog/edit?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33.png"/><Relationship Id="rId6"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openai.com/index/harness-engineering/" TargetMode="External"/><Relationship Id="rId4" Type="http://schemas.openxmlformats.org/officeDocument/2006/relationships/hyperlink" Target="https://www.anthropic.com/engineering/effective-harnesses-for-long-running-agents" TargetMode="External"/><Relationship Id="rId5" Type="http://schemas.openxmlformats.org/officeDocument/2006/relationships/hyperlink" Target="https://openai.com/index/harness-engineering/" TargetMode="External"/><Relationship Id="rId6" Type="http://schemas.openxmlformats.org/officeDocument/2006/relationships/hyperlink" Target="https://www.anthropic.com/engineering/harness-design-long-running-app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53.png"/><Relationship Id="rId4" Type="http://schemas.openxmlformats.org/officeDocument/2006/relationships/hyperlink" Target="https://github.com/ANI-IN/harness-engineering-session/tree/main/section-1-instructions" TargetMode="External"/><Relationship Id="rId5" Type="http://schemas.openxmlformats.org/officeDocument/2006/relationships/hyperlink" Target="https://github.com/ANI-IN/harness-engineering-session/tree/main/section-1-instruction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www.youtube.com/watch?v=lMVv3qz-rHs" TargetMode="External"/><Relationship Id="rId4" Type="http://schemas.openxmlformats.org/officeDocument/2006/relationships/image" Target="../media/image2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3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33.png"/><Relationship Id="rId6"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53.png"/><Relationship Id="rId4" Type="http://schemas.openxmlformats.org/officeDocument/2006/relationships/hyperlink" Target="https://github.com/ANI-IN/harness-engineering-session/tree/main/section-2-state-lifecycle" TargetMode="External"/><Relationship Id="rId5" Type="http://schemas.openxmlformats.org/officeDocument/2006/relationships/hyperlink" Target="https://github.com/ANI-IN/harness-engineering-session/tree/main/section-2-state-lifecycl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33.png"/><Relationship Id="rId6"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53.png"/><Relationship Id="rId4" Type="http://schemas.openxmlformats.org/officeDocument/2006/relationships/hyperlink" Target="https://github.com/ANI-IN/harness-engineering-session/tree/main/section-3-scope-sandbox" TargetMode="External"/><Relationship Id="rId5" Type="http://schemas.openxmlformats.org/officeDocument/2006/relationships/hyperlink" Target="https://github.com/ANI-IN/harness-engineering-session/tree/main/section-3-scope-sandbox"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3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3.xml"/><Relationship Id="rId3" Type="http://schemas.openxmlformats.org/officeDocument/2006/relationships/image" Target="../media/image5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hyperlink" Target="http://www.youtube.com/watch?v=qgnDbQ1aM54" TargetMode="External"/><Relationship Id="rId4" Type="http://schemas.openxmlformats.org/officeDocument/2006/relationships/image" Target="../media/image41.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33.png"/><Relationship Id="rId6" Type="http://schemas.openxmlformats.org/officeDocument/2006/relationships/image" Target="../media/image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4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4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53.png"/><Relationship Id="rId4" Type="http://schemas.openxmlformats.org/officeDocument/2006/relationships/hyperlink" Target="https://github.com/ANI-IN/harness-engineering-session/tree/main/section-4-verification" TargetMode="External"/><Relationship Id="rId5" Type="http://schemas.openxmlformats.org/officeDocument/2006/relationships/hyperlink" Target="https://github.com/ANI-IN/harness-engineering-session/tree/main/section-4-verification"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3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4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5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hyperlink" Target="https://openai.com/index/harness-engineering/" TargetMode="External"/><Relationship Id="rId4" Type="http://schemas.openxmlformats.org/officeDocument/2006/relationships/hyperlink" Target="https://www.anthropic.com/engineering/effective-harnesses-for-long-running-agents" TargetMode="External"/><Relationship Id="rId9" Type="http://schemas.openxmlformats.org/officeDocument/2006/relationships/hyperlink" Target="https://code.claude.com/docs/en/skills" TargetMode="External"/><Relationship Id="rId5" Type="http://schemas.openxmlformats.org/officeDocument/2006/relationships/hyperlink" Target="https://www.anthropic.com/engineering/harness-design-long-running-apps" TargetMode="External"/><Relationship Id="rId6" Type="http://schemas.openxmlformats.org/officeDocument/2006/relationships/hyperlink" Target="https://www.anthropic.com/engineering/building-c-compiler" TargetMode="External"/><Relationship Id="rId7" Type="http://schemas.openxmlformats.org/officeDocument/2006/relationships/hyperlink" Target="https://docs.langchain.com/langsmith/billing" TargetMode="External"/><Relationship Id="rId8" Type="http://schemas.openxmlformats.org/officeDocument/2006/relationships/hyperlink" Target="https://agentskills.io/specification" TargetMode="External"/><Relationship Id="rId11" Type="http://schemas.openxmlformats.org/officeDocument/2006/relationships/hyperlink" Target="https://cursor.com/docs/skills" TargetMode="External"/><Relationship Id="rId10" Type="http://schemas.openxmlformats.org/officeDocument/2006/relationships/hyperlink" Target="https://learn.chatgpt.com/docs/build-skills"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hyperlink" Target="https://cookbook.openai.com/articles/codex_exec_plans" TargetMode="External"/><Relationship Id="rId4" Type="http://schemas.openxmlformats.org/officeDocument/2006/relationships/hyperlink" Target="https://docs.docker.com/engine/network/drivers/none/" TargetMode="External"/><Relationship Id="rId9" Type="http://schemas.openxmlformats.org/officeDocument/2006/relationships/hyperlink" Target="https://github.com/anthropics/claude-quickstarts/tree/main/autonomous-coding" TargetMode="External"/><Relationship Id="rId5" Type="http://schemas.openxmlformats.org/officeDocument/2006/relationships/hyperlink" Target="https://arxiv.org/abs/2605.21384" TargetMode="External"/><Relationship Id="rId6" Type="http://schemas.openxmlformats.org/officeDocument/2006/relationships/hyperlink" Target="https://github.com/WecoAI/SpecBench" TargetMode="External"/><Relationship Id="rId7" Type="http://schemas.openxmlformats.org/officeDocument/2006/relationships/hyperlink" Target="https://arxiv.org/abs/2402.09171" TargetMode="External"/><Relationship Id="rId8" Type="http://schemas.openxmlformats.org/officeDocument/2006/relationships/hyperlink" Target="https://arxiv.org/abs/2501.12862" TargetMode="External"/><Relationship Id="rId11" Type="http://schemas.openxmlformats.org/officeDocument/2006/relationships/hyperlink" Target="https://agentskills.io/client-implementation/adding-skills-support.md" TargetMode="External"/><Relationship Id="rId10" Type="http://schemas.openxmlformats.org/officeDocument/2006/relationships/hyperlink" Target="https://agentskills.io/home"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3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6"/>
          <p:cNvSpPr txBox="1"/>
          <p:nvPr>
            <p:ph type="ctrTitle"/>
          </p:nvPr>
        </p:nvSpPr>
        <p:spPr>
          <a:xfrm>
            <a:off x="925275" y="1122375"/>
            <a:ext cx="10518300" cy="4402200"/>
          </a:xfrm>
          <a:prstGeom prst="rect">
            <a:avLst/>
          </a:prstGeom>
          <a:noFill/>
          <a:ln>
            <a:noFill/>
          </a:ln>
        </p:spPr>
        <p:txBody>
          <a:bodyPr anchorCtr="0" anchor="ctr" bIns="45700" lIns="91425" spcFirstLastPara="1" rIns="91425" wrap="square" tIns="45700">
            <a:normAutofit/>
          </a:bodyPr>
          <a:lstStyle/>
          <a:p>
            <a:pPr indent="0" lvl="0" marL="0" rtl="0" algn="ctr">
              <a:lnSpc>
                <a:spcPct val="115000"/>
              </a:lnSpc>
              <a:spcBef>
                <a:spcPts val="0"/>
              </a:spcBef>
              <a:spcAft>
                <a:spcPts val="0"/>
              </a:spcAft>
              <a:buClr>
                <a:schemeClr val="dk1"/>
              </a:buClr>
              <a:buSzPts val="6000"/>
              <a:buFont typeface="Calibri"/>
              <a:buNone/>
            </a:pPr>
            <a:r>
              <a:rPr b="1" lang="en-US" sz="5500"/>
              <a:t>Harness Engineering for Coding Agents</a:t>
            </a:r>
            <a:endParaRPr b="1" sz="5500"/>
          </a:p>
          <a:p>
            <a:pPr indent="0" lvl="0" marL="0" rtl="0" algn="ctr">
              <a:lnSpc>
                <a:spcPct val="100000"/>
              </a:lnSpc>
              <a:spcBef>
                <a:spcPts val="0"/>
              </a:spcBef>
              <a:spcAft>
                <a:spcPts val="0"/>
              </a:spcAft>
              <a:buClr>
                <a:schemeClr val="dk1"/>
              </a:buClr>
              <a:buSzPts val="2400"/>
              <a:buFont typeface="Arial"/>
              <a:buNone/>
            </a:pPr>
            <a:r>
              <a:rPr lang="en-US" sz="2400">
                <a:solidFill>
                  <a:schemeClr val="lt1"/>
                </a:solidFill>
              </a:rPr>
              <a:t>Instructions, state, scope, verification: build each layer, then measure it</a:t>
            </a:r>
            <a:endParaRPr b="1" sz="5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7"/>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3000">
                <a:solidFill>
                  <a:srgbClr val="3896D2"/>
                </a:solidFill>
                <a:latin typeface="Fira Sans"/>
                <a:ea typeface="Fira Sans"/>
                <a:cs typeface="Fira Sans"/>
                <a:sym typeface="Fira Sans"/>
              </a:rPr>
              <a:t>Introduction - </a:t>
            </a:r>
            <a:r>
              <a:rPr b="1" lang="en-US" sz="3000">
                <a:solidFill>
                  <a:schemeClr val="lt1"/>
                </a:solidFill>
                <a:latin typeface="Fira Sans"/>
                <a:ea typeface="Fira Sans"/>
                <a:cs typeface="Fira Sans"/>
                <a:sym typeface="Fira Sans"/>
              </a:rPr>
              <a:t>{Instructor_Details}</a:t>
            </a:r>
            <a:endParaRPr b="1" sz="3000">
              <a:solidFill>
                <a:schemeClr val="lt1"/>
              </a:solidFill>
              <a:latin typeface="Fira Sans"/>
              <a:ea typeface="Fira Sans"/>
              <a:cs typeface="Fira Sans"/>
              <a:sym typeface="Fir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8"/>
          <p:cNvSpPr txBox="1"/>
          <p:nvPr>
            <p:ph idx="12" type="sldNum"/>
          </p:nvPr>
        </p:nvSpPr>
        <p:spPr>
          <a:xfrm>
            <a:off x="113659" y="8361986"/>
            <a:ext cx="975600" cy="699600"/>
          </a:xfrm>
          <a:prstGeom prst="rect">
            <a:avLst/>
          </a:prstGeom>
          <a:noFill/>
          <a:ln>
            <a:noFill/>
          </a:ln>
        </p:spPr>
        <p:txBody>
          <a:bodyPr anchorCtr="0" anchor="ctr" bIns="121900" lIns="121900" spcFirstLastPara="1" rIns="121900" wrap="square" tIns="121900">
            <a:noAutofit/>
          </a:bodyPr>
          <a:lstStyle/>
          <a:p>
            <a:pPr indent="0" lvl="0" marL="0" rtl="0" algn="l">
              <a:lnSpc>
                <a:spcPct val="100000"/>
              </a:lnSpc>
              <a:spcBef>
                <a:spcPts val="0"/>
              </a:spcBef>
              <a:spcAft>
                <a:spcPts val="0"/>
              </a:spcAft>
              <a:buClr>
                <a:srgbClr val="000000"/>
              </a:buClr>
              <a:buSzPts val="1900"/>
              <a:buFont typeface="Arial"/>
              <a:buNone/>
            </a:pPr>
            <a:fld id="{00000000-1234-1234-1234-123412341234}" type="slidenum">
              <a:rPr lang="en-US"/>
              <a:t>‹#›</a:t>
            </a:fld>
            <a:endParaRPr/>
          </a:p>
        </p:txBody>
      </p:sp>
      <p:sp>
        <p:nvSpPr>
          <p:cNvPr id="464" name="Google Shape;464;p108"/>
          <p:cNvSpPr txBox="1"/>
          <p:nvPr>
            <p:ph idx="1" type="body"/>
          </p:nvPr>
        </p:nvSpPr>
        <p:spPr>
          <a:xfrm>
            <a:off x="1498525" y="2658421"/>
            <a:ext cx="2068500" cy="10179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Hannah Chen</a:t>
            </a:r>
            <a:endParaRPr b="1" sz="2700"/>
          </a:p>
        </p:txBody>
      </p:sp>
      <p:grpSp>
        <p:nvGrpSpPr>
          <p:cNvPr id="465" name="Google Shape;465;p108"/>
          <p:cNvGrpSpPr/>
          <p:nvPr/>
        </p:nvGrpSpPr>
        <p:grpSpPr>
          <a:xfrm>
            <a:off x="3744193" y="2530187"/>
            <a:ext cx="1902977" cy="1901777"/>
            <a:chOff x="3145150" y="1332175"/>
            <a:chExt cx="1427268" cy="1426368"/>
          </a:xfrm>
        </p:grpSpPr>
        <p:sp>
          <p:nvSpPr>
            <p:cNvPr id="466" name="Google Shape;466;p108"/>
            <p:cNvSpPr/>
            <p:nvPr/>
          </p:nvSpPr>
          <p:spPr>
            <a:xfrm>
              <a:off x="3145150" y="1332175"/>
              <a:ext cx="765000" cy="765000"/>
            </a:xfrm>
            <a:prstGeom prst="ellipse">
              <a:avLst/>
            </a:prstGeom>
            <a:solidFill>
              <a:srgbClr val="FBB831"/>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33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3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467" name="Google Shape;467;p108"/>
            <p:cNvCxnSpPr>
              <a:endCxn id="466" idx="5"/>
            </p:cNvCxnSpPr>
            <p:nvPr/>
          </p:nvCxnSpPr>
          <p:spPr>
            <a:xfrm rot="10800000">
              <a:off x="3798118" y="1985143"/>
              <a:ext cx="774300" cy="773400"/>
            </a:xfrm>
            <a:prstGeom prst="straightConnector1">
              <a:avLst/>
            </a:prstGeom>
            <a:noFill/>
            <a:ln cap="flat" cmpd="sng" w="19050">
              <a:solidFill>
                <a:srgbClr val="FBB831"/>
              </a:solidFill>
              <a:prstDash val="solid"/>
              <a:round/>
              <a:headEnd len="sm" w="sm" type="none"/>
              <a:tailEnd len="sm" w="sm" type="none"/>
            </a:ln>
          </p:spPr>
        </p:cxnSp>
      </p:grpSp>
      <p:grpSp>
        <p:nvGrpSpPr>
          <p:cNvPr id="468" name="Google Shape;468;p108"/>
          <p:cNvGrpSpPr/>
          <p:nvPr/>
        </p:nvGrpSpPr>
        <p:grpSpPr>
          <a:xfrm>
            <a:off x="5647052" y="2530187"/>
            <a:ext cx="1899777" cy="1904977"/>
            <a:chOff x="4572332" y="1332175"/>
            <a:chExt cx="1424868" cy="1428768"/>
          </a:xfrm>
        </p:grpSpPr>
        <p:sp>
          <p:nvSpPr>
            <p:cNvPr id="469" name="Google Shape;469;p108"/>
            <p:cNvSpPr/>
            <p:nvPr/>
          </p:nvSpPr>
          <p:spPr>
            <a:xfrm>
              <a:off x="5232200" y="1332175"/>
              <a:ext cx="765000" cy="765000"/>
            </a:xfrm>
            <a:prstGeom prst="ellipse">
              <a:avLst/>
            </a:prstGeom>
            <a:solidFill>
              <a:srgbClr val="FB8569"/>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33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3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470" name="Google Shape;470;p108"/>
            <p:cNvCxnSpPr>
              <a:endCxn id="469" idx="3"/>
            </p:cNvCxnSpPr>
            <p:nvPr/>
          </p:nvCxnSpPr>
          <p:spPr>
            <a:xfrm flipH="1" rot="10800000">
              <a:off x="4572332" y="1985143"/>
              <a:ext cx="771900" cy="775800"/>
            </a:xfrm>
            <a:prstGeom prst="straightConnector1">
              <a:avLst/>
            </a:prstGeom>
            <a:noFill/>
            <a:ln cap="flat" cmpd="sng" w="19050">
              <a:solidFill>
                <a:srgbClr val="FB8569"/>
              </a:solidFill>
              <a:prstDash val="solid"/>
              <a:round/>
              <a:headEnd len="sm" w="sm" type="none"/>
              <a:tailEnd len="sm" w="sm" type="none"/>
            </a:ln>
          </p:spPr>
        </p:cxnSp>
      </p:grpSp>
      <p:grpSp>
        <p:nvGrpSpPr>
          <p:cNvPr id="471" name="Google Shape;471;p108"/>
          <p:cNvGrpSpPr/>
          <p:nvPr/>
        </p:nvGrpSpPr>
        <p:grpSpPr>
          <a:xfrm>
            <a:off x="3744193" y="4225280"/>
            <a:ext cx="1906177" cy="1904977"/>
            <a:chOff x="3145150" y="2755932"/>
            <a:chExt cx="1429668" cy="1428768"/>
          </a:xfrm>
        </p:grpSpPr>
        <p:sp>
          <p:nvSpPr>
            <p:cNvPr id="472" name="Google Shape;472;p108"/>
            <p:cNvSpPr/>
            <p:nvPr/>
          </p:nvSpPr>
          <p:spPr>
            <a:xfrm>
              <a:off x="3145150" y="3419700"/>
              <a:ext cx="765000" cy="765000"/>
            </a:xfrm>
            <a:prstGeom prst="ellipse">
              <a:avLst/>
            </a:prstGeom>
            <a:solidFill>
              <a:srgbClr val="E850E0"/>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chemeClr val="dk1"/>
                </a:buClr>
                <a:buSzPts val="1500"/>
                <a:buFont typeface="Arial"/>
                <a:buNone/>
              </a:pPr>
              <a:r>
                <a:rPr b="0" i="0" lang="en-US" sz="3300" u="none" cap="none" strike="noStrike">
                  <a:solidFill>
                    <a:schemeClr val="lt1"/>
                  </a:solidFill>
                  <a:latin typeface="Fira Sans Extra Condensed Medium"/>
                  <a:ea typeface="Fira Sans Extra Condensed Medium"/>
                  <a:cs typeface="Fira Sans Extra Condensed Medium"/>
                  <a:sym typeface="Fira Sans Extra Condensed Medium"/>
                </a:rPr>
                <a:t>🏠</a:t>
              </a:r>
              <a:endParaRPr b="0" i="0" sz="4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473" name="Google Shape;473;p108"/>
            <p:cNvCxnSpPr>
              <a:endCxn id="472" idx="7"/>
            </p:cNvCxnSpPr>
            <p:nvPr/>
          </p:nvCxnSpPr>
          <p:spPr>
            <a:xfrm flipH="1">
              <a:off x="3798118" y="2755932"/>
              <a:ext cx="776700" cy="775800"/>
            </a:xfrm>
            <a:prstGeom prst="straightConnector1">
              <a:avLst/>
            </a:prstGeom>
            <a:noFill/>
            <a:ln cap="flat" cmpd="sng" w="19050">
              <a:solidFill>
                <a:srgbClr val="E850E0"/>
              </a:solidFill>
              <a:prstDash val="solid"/>
              <a:round/>
              <a:headEnd len="sm" w="sm" type="none"/>
              <a:tailEnd len="sm" w="sm" type="none"/>
            </a:ln>
          </p:spPr>
        </p:cxnSp>
      </p:grpSp>
      <p:grpSp>
        <p:nvGrpSpPr>
          <p:cNvPr id="474" name="Google Shape;474;p108"/>
          <p:cNvGrpSpPr/>
          <p:nvPr/>
        </p:nvGrpSpPr>
        <p:grpSpPr>
          <a:xfrm>
            <a:off x="5650252" y="4232082"/>
            <a:ext cx="1896577" cy="1898177"/>
            <a:chOff x="4574732" y="2761032"/>
            <a:chExt cx="1422468" cy="1423668"/>
          </a:xfrm>
        </p:grpSpPr>
        <p:sp>
          <p:nvSpPr>
            <p:cNvPr id="475" name="Google Shape;475;p108"/>
            <p:cNvSpPr/>
            <p:nvPr/>
          </p:nvSpPr>
          <p:spPr>
            <a:xfrm>
              <a:off x="5232200" y="3419700"/>
              <a:ext cx="765000" cy="765000"/>
            </a:xfrm>
            <a:prstGeom prst="ellipse">
              <a:avLst/>
            </a:prstGeom>
            <a:solidFill>
              <a:srgbClr val="FB569C"/>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3300" u="none" cap="none" strike="noStrike">
                  <a:solidFill>
                    <a:srgbClr val="FFFFFF"/>
                  </a:solidFill>
                  <a:latin typeface="Fira Sans Extra Condensed Medium"/>
                  <a:ea typeface="Fira Sans Extra Condensed Medium"/>
                  <a:cs typeface="Fira Sans Extra Condensed Medium"/>
                  <a:sym typeface="Fira Sans Extra Condensed Medium"/>
                </a:rPr>
                <a:t>🏢</a:t>
              </a:r>
              <a:endParaRPr b="0" i="0" sz="3300" u="none" cap="none" strike="noStrike">
                <a:solidFill>
                  <a:srgbClr val="FFFFFF"/>
                </a:solidFill>
                <a:latin typeface="Fira Sans Extra Condensed Medium"/>
                <a:ea typeface="Fira Sans Extra Condensed Medium"/>
                <a:cs typeface="Fira Sans Extra Condensed Medium"/>
                <a:sym typeface="Fira Sans Extra Condensed Medium"/>
              </a:endParaRPr>
            </a:p>
          </p:txBody>
        </p:sp>
        <p:cxnSp>
          <p:nvCxnSpPr>
            <p:cNvPr id="476" name="Google Shape;476;p108"/>
            <p:cNvCxnSpPr>
              <a:endCxn id="475" idx="1"/>
            </p:cNvCxnSpPr>
            <p:nvPr/>
          </p:nvCxnSpPr>
          <p:spPr>
            <a:xfrm>
              <a:off x="4574732" y="2761032"/>
              <a:ext cx="769500" cy="770700"/>
            </a:xfrm>
            <a:prstGeom prst="straightConnector1">
              <a:avLst/>
            </a:prstGeom>
            <a:noFill/>
            <a:ln cap="flat" cmpd="sng" w="19050">
              <a:solidFill>
                <a:srgbClr val="FB569C"/>
              </a:solidFill>
              <a:prstDash val="solid"/>
              <a:round/>
              <a:headEnd len="sm" w="sm" type="none"/>
              <a:tailEnd len="sm" w="sm" type="none"/>
            </a:ln>
          </p:spPr>
        </p:cxnSp>
      </p:grpSp>
      <p:grpSp>
        <p:nvGrpSpPr>
          <p:cNvPr id="477" name="Google Shape;477;p108"/>
          <p:cNvGrpSpPr/>
          <p:nvPr/>
        </p:nvGrpSpPr>
        <p:grpSpPr>
          <a:xfrm>
            <a:off x="4864680" y="3549452"/>
            <a:ext cx="1561561" cy="1561561"/>
            <a:chOff x="5587975" y="1952850"/>
            <a:chExt cx="1171200" cy="1171200"/>
          </a:xfrm>
        </p:grpSpPr>
        <p:sp>
          <p:nvSpPr>
            <p:cNvPr id="478" name="Google Shape;478;p108"/>
            <p:cNvSpPr/>
            <p:nvPr/>
          </p:nvSpPr>
          <p:spPr>
            <a:xfrm>
              <a:off x="5587975" y="1952850"/>
              <a:ext cx="1171200" cy="11712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79" name="Google Shape;479;p108"/>
            <p:cNvSpPr/>
            <p:nvPr/>
          </p:nvSpPr>
          <p:spPr>
            <a:xfrm>
              <a:off x="5673875" y="2038750"/>
              <a:ext cx="999300" cy="999300"/>
            </a:xfrm>
            <a:prstGeom prst="ellipse">
              <a:avLst/>
            </a:prstGeom>
            <a:solidFill>
              <a:srgbClr val="EEEEEE"/>
            </a:solidFill>
            <a:ln>
              <a:noFill/>
            </a:ln>
          </p:spPr>
          <p:txBody>
            <a:bodyPr anchorCtr="0" anchor="ctr" bIns="121900" lIns="0" spcFirstLastPara="1" rIns="0" wrap="square" tIns="121900">
              <a:noAutofit/>
            </a:bodyPr>
            <a:lstStyle/>
            <a:p>
              <a:pPr indent="0" lvl="0" marL="0" marR="0" rtl="0" algn="ctr">
                <a:lnSpc>
                  <a:spcPct val="100000"/>
                </a:lnSpc>
                <a:spcBef>
                  <a:spcPts val="0"/>
                </a:spcBef>
                <a:spcAft>
                  <a:spcPts val="0"/>
                </a:spcAft>
                <a:buClr>
                  <a:srgbClr val="000000"/>
                </a:buClr>
                <a:buSzPts val="1500"/>
                <a:buFont typeface="Arial"/>
                <a:buNone/>
              </a:pPr>
              <a:r>
                <a:rPr b="0" i="0" lang="en-US" sz="6000" u="none" cap="none" strike="noStrike">
                  <a:solidFill>
                    <a:srgbClr val="000000"/>
                  </a:solidFill>
                  <a:latin typeface="Fira Sans Extra Condensed Medium"/>
                  <a:ea typeface="Fira Sans Extra Condensed Medium"/>
                  <a:cs typeface="Fira Sans Extra Condensed Medium"/>
                  <a:sym typeface="Fira Sans Extra Condensed Medium"/>
                </a:rPr>
                <a:t>👤</a:t>
              </a:r>
              <a:endParaRPr b="0" i="0" sz="5600" u="none" cap="none" strike="noStrike">
                <a:solidFill>
                  <a:srgbClr val="000000"/>
                </a:solidFill>
                <a:latin typeface="Arial"/>
                <a:ea typeface="Arial"/>
                <a:cs typeface="Arial"/>
                <a:sym typeface="Arial"/>
              </a:endParaRPr>
            </a:p>
          </p:txBody>
        </p:sp>
      </p:grpSp>
      <p:sp>
        <p:nvSpPr>
          <p:cNvPr id="480" name="Google Shape;480;p108"/>
          <p:cNvSpPr txBox="1"/>
          <p:nvPr>
            <p:ph idx="1" type="body"/>
          </p:nvPr>
        </p:nvSpPr>
        <p:spPr>
          <a:xfrm>
            <a:off x="7879200" y="2658425"/>
            <a:ext cx="2280000" cy="10179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Data Scientist</a:t>
            </a:r>
            <a:endParaRPr b="1" sz="2700"/>
          </a:p>
        </p:txBody>
      </p:sp>
      <p:sp>
        <p:nvSpPr>
          <p:cNvPr id="481" name="Google Shape;481;p108"/>
          <p:cNvSpPr txBox="1"/>
          <p:nvPr>
            <p:ph idx="1" type="body"/>
          </p:nvPr>
        </p:nvSpPr>
        <p:spPr>
          <a:xfrm>
            <a:off x="1498533" y="5238600"/>
            <a:ext cx="1903200" cy="7635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Bay Area</a:t>
            </a:r>
            <a:endParaRPr b="1" sz="2700"/>
          </a:p>
        </p:txBody>
      </p:sp>
      <p:sp>
        <p:nvSpPr>
          <p:cNvPr id="482" name="Google Shape;482;p108"/>
          <p:cNvSpPr txBox="1"/>
          <p:nvPr>
            <p:ph idx="1" type="body"/>
          </p:nvPr>
        </p:nvSpPr>
        <p:spPr>
          <a:xfrm>
            <a:off x="7789325" y="5238600"/>
            <a:ext cx="2902500" cy="7635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sz="2700">
                <a:solidFill>
                  <a:schemeClr val="lt1"/>
                </a:solidFill>
              </a:rPr>
              <a:t>Grammarly, ex-Uber</a:t>
            </a:r>
            <a:endParaRPr b="1" sz="2700"/>
          </a:p>
        </p:txBody>
      </p:sp>
      <p:sp>
        <p:nvSpPr>
          <p:cNvPr id="483" name="Google Shape;483;p108"/>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3000" u="none" cap="none" strike="noStrike">
                <a:solidFill>
                  <a:srgbClr val="3896D2"/>
                </a:solidFill>
                <a:latin typeface="Fira Sans"/>
                <a:ea typeface="Fira Sans"/>
                <a:cs typeface="Fira Sans"/>
                <a:sym typeface="Fira Sans"/>
              </a:rPr>
              <a:t>Welcome to today’s class, before we begin, </a:t>
            </a:r>
            <a:endParaRPr b="1" i="0" sz="3000" u="none" cap="none" strike="noStrike">
              <a:solidFill>
                <a:srgbClr val="3896D2"/>
              </a:solidFill>
              <a:latin typeface="Fira Sans"/>
              <a:ea typeface="Fira Sans"/>
              <a:cs typeface="Fira Sans"/>
              <a:sym typeface="Fira Sans"/>
            </a:endParaRPr>
          </a:p>
          <a:p>
            <a:pPr indent="0" lvl="0" marL="0" marR="0" rtl="0" algn="l">
              <a:lnSpc>
                <a:spcPct val="150000"/>
              </a:lnSpc>
              <a:spcBef>
                <a:spcPts val="0"/>
              </a:spcBef>
              <a:spcAft>
                <a:spcPts val="0"/>
              </a:spcAft>
              <a:buClr>
                <a:schemeClr val="dk1"/>
              </a:buClr>
              <a:buSzPts val="3700"/>
              <a:buFont typeface="Arial"/>
              <a:buNone/>
            </a:pPr>
            <a:r>
              <a:rPr b="1" i="0" lang="en-US" sz="3000" u="none" cap="none" strike="noStrike">
                <a:solidFill>
                  <a:srgbClr val="3896D2"/>
                </a:solidFill>
                <a:latin typeface="Fira Sans"/>
                <a:ea typeface="Fira Sans"/>
                <a:cs typeface="Fira Sans"/>
                <a:sym typeface="Fira Sans"/>
              </a:rPr>
              <a:t>pop into the chat:</a:t>
            </a:r>
            <a:endParaRPr b="1" i="0" sz="3000" u="none" cap="none" strike="noStrike">
              <a:solidFill>
                <a:srgbClr val="3896D2"/>
              </a:solidFill>
              <a:latin typeface="Fira Sans"/>
              <a:ea typeface="Fira Sans"/>
              <a:cs typeface="Fira Sans"/>
              <a:sym typeface="Fir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424525" y="849325"/>
            <a:ext cx="2557800" cy="6996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a:t>Structure of Class</a:t>
            </a:r>
            <a:endParaRPr/>
          </a:p>
        </p:txBody>
      </p:sp>
      <p:sp>
        <p:nvSpPr>
          <p:cNvPr id="489" name="Google Shape;489;p109"/>
          <p:cNvSpPr txBox="1"/>
          <p:nvPr>
            <p:ph idx="2" type="body"/>
          </p:nvPr>
        </p:nvSpPr>
        <p:spPr>
          <a:xfrm>
            <a:off x="3505426" y="930525"/>
            <a:ext cx="8033400" cy="2858700"/>
          </a:xfrm>
          <a:prstGeom prst="rect">
            <a:avLst/>
          </a:prstGeom>
          <a:noFill/>
          <a:ln>
            <a:noFill/>
          </a:ln>
        </p:spPr>
        <p:txBody>
          <a:bodyPr anchorCtr="0" anchor="t" bIns="121900" lIns="121900" spcFirstLastPara="1" rIns="121900" wrap="square" tIns="121900">
            <a:noAutofit/>
          </a:bodyPr>
          <a:lstStyle/>
          <a:p>
            <a:pPr indent="-438150" lvl="0" marL="609600" rtl="0" algn="l">
              <a:lnSpc>
                <a:spcPct val="150000"/>
              </a:lnSpc>
              <a:spcBef>
                <a:spcPts val="0"/>
              </a:spcBef>
              <a:spcAft>
                <a:spcPts val="0"/>
              </a:spcAft>
              <a:buClr>
                <a:srgbClr val="1FC2BA"/>
              </a:buClr>
              <a:buSzPts val="2100"/>
              <a:buAutoNum type="arabicPeriod"/>
            </a:pPr>
            <a:r>
              <a:rPr b="1" lang="en-US" sz="2100">
                <a:solidFill>
                  <a:srgbClr val="1FC2BA"/>
                </a:solidFill>
              </a:rPr>
              <a:t>Sunday Class - 4 hr (Sunday)</a:t>
            </a:r>
            <a:endParaRPr sz="2100"/>
          </a:p>
          <a:p>
            <a:pPr indent="-438150" lvl="0" marL="609600" rtl="0" algn="l">
              <a:lnSpc>
                <a:spcPct val="150000"/>
              </a:lnSpc>
              <a:spcBef>
                <a:spcPts val="0"/>
              </a:spcBef>
              <a:spcAft>
                <a:spcPts val="0"/>
              </a:spcAft>
              <a:buClr>
                <a:schemeClr val="lt1"/>
              </a:buClr>
              <a:buSzPts val="2100"/>
              <a:buAutoNum type="arabicPeriod"/>
            </a:pPr>
            <a:r>
              <a:rPr b="1" lang="en-US" sz="2100">
                <a:solidFill>
                  <a:schemeClr val="lt1"/>
                </a:solidFill>
              </a:rPr>
              <a:t>Assignments - </a:t>
            </a:r>
            <a:r>
              <a:rPr lang="en-US" sz="2100">
                <a:solidFill>
                  <a:schemeClr val="lt1"/>
                </a:solidFill>
              </a:rPr>
              <a:t>MCQ &amp; Coding Assignment</a:t>
            </a:r>
            <a:endParaRPr sz="2100"/>
          </a:p>
        </p:txBody>
      </p:sp>
      <p:pic>
        <p:nvPicPr>
          <p:cNvPr id="490" name="Google Shape;490;p109"/>
          <p:cNvPicPr preferRelativeResize="0"/>
          <p:nvPr/>
        </p:nvPicPr>
        <p:blipFill rotWithShape="1">
          <a:blip r:embed="rId3">
            <a:alphaModFix/>
          </a:blip>
          <a:srcRect b="0" l="0" r="0" t="0"/>
          <a:stretch/>
        </p:blipFill>
        <p:spPr>
          <a:xfrm>
            <a:off x="8359617" y="3398700"/>
            <a:ext cx="3049389" cy="2346600"/>
          </a:xfrm>
          <a:prstGeom prst="rect">
            <a:avLst/>
          </a:prstGeom>
          <a:noFill/>
          <a:ln>
            <a:noFill/>
          </a:ln>
        </p:spPr>
      </p:pic>
      <p:pic>
        <p:nvPicPr>
          <p:cNvPr id="491" name="Google Shape;491;p109"/>
          <p:cNvPicPr preferRelativeResize="0"/>
          <p:nvPr/>
        </p:nvPicPr>
        <p:blipFill rotWithShape="1">
          <a:blip r:embed="rId4">
            <a:alphaModFix/>
          </a:blip>
          <a:srcRect b="0" l="0" r="0" t="0"/>
          <a:stretch/>
        </p:blipFill>
        <p:spPr>
          <a:xfrm>
            <a:off x="3505425" y="4004427"/>
            <a:ext cx="4043275" cy="2632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p110"/>
          <p:cNvPicPr preferRelativeResize="0"/>
          <p:nvPr/>
        </p:nvPicPr>
        <p:blipFill rotWithShape="1">
          <a:blip r:embed="rId3">
            <a:alphaModFix/>
          </a:blip>
          <a:srcRect b="0" l="0" r="0" t="0"/>
          <a:stretch/>
        </p:blipFill>
        <p:spPr>
          <a:xfrm>
            <a:off x="7841933" y="1054450"/>
            <a:ext cx="3018300" cy="3018300"/>
          </a:xfrm>
          <a:prstGeom prst="ellipse">
            <a:avLst/>
          </a:prstGeom>
          <a:noFill/>
          <a:ln>
            <a:noFill/>
          </a:ln>
        </p:spPr>
      </p:pic>
      <p:pic>
        <p:nvPicPr>
          <p:cNvPr id="497" name="Google Shape;497;p110"/>
          <p:cNvPicPr preferRelativeResize="0"/>
          <p:nvPr/>
        </p:nvPicPr>
        <p:blipFill rotWithShape="1">
          <a:blip r:embed="rId4">
            <a:alphaModFix/>
          </a:blip>
          <a:srcRect b="0" l="0" r="0" t="0"/>
          <a:stretch/>
        </p:blipFill>
        <p:spPr>
          <a:xfrm>
            <a:off x="267767" y="3576000"/>
            <a:ext cx="2943600" cy="2943600"/>
          </a:xfrm>
          <a:prstGeom prst="ellipse">
            <a:avLst/>
          </a:prstGeom>
          <a:noFill/>
          <a:ln>
            <a:noFill/>
          </a:ln>
        </p:spPr>
      </p:pic>
      <p:sp>
        <p:nvSpPr>
          <p:cNvPr id="498" name="Google Shape;498;p110"/>
          <p:cNvSpPr txBox="1"/>
          <p:nvPr/>
        </p:nvSpPr>
        <p:spPr>
          <a:xfrm>
            <a:off x="609600" y="1716250"/>
            <a:ext cx="7388700" cy="1344900"/>
          </a:xfrm>
          <a:prstGeom prst="rect">
            <a:avLst/>
          </a:prstGeom>
          <a:noFill/>
          <a:ln>
            <a:noFill/>
          </a:ln>
        </p:spPr>
        <p:txBody>
          <a:bodyPr anchorCtr="0" anchor="t" bIns="121900" lIns="121900" spcFirstLastPara="1" rIns="121900" wrap="square" tIns="121900">
            <a:noAutofit/>
          </a:bodyPr>
          <a:lstStyle/>
          <a:p>
            <a:pPr indent="-438150" lvl="0" marL="609600" marR="0" rtl="0" algn="l">
              <a:lnSpc>
                <a:spcPct val="150000"/>
              </a:lnSpc>
              <a:spcBef>
                <a:spcPts val="0"/>
              </a:spcBef>
              <a:spcAft>
                <a:spcPts val="0"/>
              </a:spcAft>
              <a:buClr>
                <a:srgbClr val="FFFFFF"/>
              </a:buClr>
              <a:buSzPts val="2100"/>
              <a:buFont typeface="Fira Sans"/>
              <a:buChar char="✅"/>
            </a:pPr>
            <a:r>
              <a:rPr b="0" i="0" lang="en-US" sz="2100" u="none" cap="none" strike="noStrike">
                <a:solidFill>
                  <a:srgbClr val="FFFFFF"/>
                </a:solidFill>
                <a:latin typeface="Fira Sans"/>
                <a:ea typeface="Fira Sans"/>
                <a:cs typeface="Fira Sans"/>
                <a:sym typeface="Fira Sans"/>
              </a:rPr>
              <a:t>Interact with your instructors via Sunday live class.</a:t>
            </a:r>
            <a:endParaRPr b="0" i="0" sz="2100" u="none" cap="none" strike="noStrike">
              <a:solidFill>
                <a:srgbClr val="FFFFFF"/>
              </a:solidFill>
              <a:latin typeface="Fira Sans"/>
              <a:ea typeface="Fira Sans"/>
              <a:cs typeface="Fira Sans"/>
              <a:sym typeface="Fira Sans"/>
            </a:endParaRPr>
          </a:p>
          <a:p>
            <a:pPr indent="-438150" lvl="0" marL="609600" marR="0" rtl="0" algn="l">
              <a:lnSpc>
                <a:spcPct val="150000"/>
              </a:lnSpc>
              <a:spcBef>
                <a:spcPts val="0"/>
              </a:spcBef>
              <a:spcAft>
                <a:spcPts val="0"/>
              </a:spcAft>
              <a:buClr>
                <a:srgbClr val="FFFFFF"/>
              </a:buClr>
              <a:buSzPts val="2100"/>
              <a:buFont typeface="Fira Sans"/>
              <a:buChar char="✅"/>
            </a:pPr>
            <a:r>
              <a:rPr b="0" i="0" lang="en-US" sz="2100" u="none" cap="none" strike="noStrike">
                <a:solidFill>
                  <a:srgbClr val="FFFFFF"/>
                </a:solidFill>
                <a:latin typeface="Fira Sans"/>
                <a:ea typeface="Fira Sans"/>
                <a:cs typeface="Fira Sans"/>
                <a:sym typeface="Fira Sans"/>
              </a:rPr>
              <a:t>Don’t be shy to speak up and get clarifications !</a:t>
            </a:r>
            <a:endParaRPr b="0" i="0" sz="2100" u="none" cap="none" strike="noStrike">
              <a:solidFill>
                <a:srgbClr val="FFFFFF"/>
              </a:solidFill>
              <a:latin typeface="Fira Sans"/>
              <a:ea typeface="Fira Sans"/>
              <a:cs typeface="Fira Sans"/>
              <a:sym typeface="Fira Sans"/>
            </a:endParaRPr>
          </a:p>
        </p:txBody>
      </p:sp>
      <p:sp>
        <p:nvSpPr>
          <p:cNvPr id="499" name="Google Shape;499;p110"/>
          <p:cNvSpPr txBox="1"/>
          <p:nvPr/>
        </p:nvSpPr>
        <p:spPr>
          <a:xfrm>
            <a:off x="3580400" y="4450600"/>
            <a:ext cx="8196000" cy="2068800"/>
          </a:xfrm>
          <a:prstGeom prst="rect">
            <a:avLst/>
          </a:prstGeom>
          <a:noFill/>
          <a:ln>
            <a:noFill/>
          </a:ln>
        </p:spPr>
        <p:txBody>
          <a:bodyPr anchorCtr="0" anchor="t" bIns="121900" lIns="121900" spcFirstLastPara="1" rIns="121900" wrap="square" tIns="121900">
            <a:noAutofit/>
          </a:bodyPr>
          <a:lstStyle/>
          <a:p>
            <a:pPr indent="-438150" lvl="0" marL="609600" marR="0" rtl="0" algn="l">
              <a:lnSpc>
                <a:spcPct val="150000"/>
              </a:lnSpc>
              <a:spcBef>
                <a:spcPts val="0"/>
              </a:spcBef>
              <a:spcAft>
                <a:spcPts val="0"/>
              </a:spcAft>
              <a:buClr>
                <a:srgbClr val="FFFFFF"/>
              </a:buClr>
              <a:buSzPts val="2100"/>
              <a:buFont typeface="Fira Sans"/>
              <a:buChar char="✅"/>
            </a:pPr>
            <a:r>
              <a:rPr b="0" i="0" lang="en-US" sz="2100" u="none" cap="none" strike="noStrike">
                <a:solidFill>
                  <a:srgbClr val="FFFFFF"/>
                </a:solidFill>
                <a:latin typeface="Fira Sans"/>
                <a:ea typeface="Fira Sans"/>
                <a:cs typeface="Fira Sans"/>
                <a:sym typeface="Fira Sans"/>
              </a:rPr>
              <a:t>Solve your assignments, MCQs and other assessments and get   feedback (Thursday review session)</a:t>
            </a:r>
            <a:endParaRPr b="0" i="0" sz="2100" u="none" cap="none" strike="noStrike">
              <a:solidFill>
                <a:srgbClr val="FFFFFF"/>
              </a:solidFill>
              <a:latin typeface="Fira Sans"/>
              <a:ea typeface="Fira Sans"/>
              <a:cs typeface="Fira Sans"/>
              <a:sym typeface="Fira Sans"/>
            </a:endParaRPr>
          </a:p>
          <a:p>
            <a:pPr indent="-438150" lvl="0" marL="609600" marR="0" rtl="0" algn="l">
              <a:lnSpc>
                <a:spcPct val="150000"/>
              </a:lnSpc>
              <a:spcBef>
                <a:spcPts val="0"/>
              </a:spcBef>
              <a:spcAft>
                <a:spcPts val="0"/>
              </a:spcAft>
              <a:buClr>
                <a:srgbClr val="FFFFFF"/>
              </a:buClr>
              <a:buSzPts val="2100"/>
              <a:buFont typeface="Fira Sans"/>
              <a:buChar char="✅"/>
            </a:pPr>
            <a:r>
              <a:rPr b="0" i="0" lang="en-US" sz="2100" u="none" cap="none" strike="noStrike">
                <a:solidFill>
                  <a:srgbClr val="FFFFFF"/>
                </a:solidFill>
                <a:latin typeface="Fira Sans"/>
                <a:ea typeface="Fira Sans"/>
                <a:cs typeface="Fira Sans"/>
                <a:sym typeface="Fira Sans"/>
              </a:rPr>
              <a:t>Use your resources! It’s your experience – what you put in is what you’ll get out.</a:t>
            </a:r>
            <a:endParaRPr b="0" i="0" sz="2100" u="none" cap="none" strike="noStrike">
              <a:solidFill>
                <a:srgbClr val="FFFFFF"/>
              </a:solidFill>
              <a:latin typeface="Fira Sans"/>
              <a:ea typeface="Fira Sans"/>
              <a:cs typeface="Fira Sans"/>
              <a:sym typeface="Fira Sans"/>
            </a:endParaRPr>
          </a:p>
        </p:txBody>
      </p:sp>
      <p:sp>
        <p:nvSpPr>
          <p:cNvPr id="500" name="Google Shape;500;p110"/>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4000">
                <a:solidFill>
                  <a:srgbClr val="3896D2"/>
                </a:solidFill>
                <a:latin typeface="Fira Sans"/>
                <a:ea typeface="Fira Sans"/>
                <a:cs typeface="Fira Sans"/>
                <a:sym typeface="Fira Sans"/>
              </a:rPr>
              <a:t>Optimize Your Experience</a:t>
            </a:r>
            <a:endParaRPr b="1" sz="4000">
              <a:solidFill>
                <a:srgbClr val="3896D2"/>
              </a:solidFill>
              <a:latin typeface="Fira Sans"/>
              <a:ea typeface="Fira Sans"/>
              <a:cs typeface="Fira Sans"/>
              <a:sym typeface="Fir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11"/>
          <p:cNvSpPr txBox="1"/>
          <p:nvPr>
            <p:ph type="title"/>
          </p:nvPr>
        </p:nvSpPr>
        <p:spPr>
          <a:xfrm>
            <a:off x="609600" y="1515200"/>
            <a:ext cx="10515600" cy="16137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900"/>
              <a:buNone/>
            </a:pPr>
            <a:r>
              <a:rPr b="1" lang="en-US"/>
              <a:t>Don’t worry! </a:t>
            </a:r>
            <a:endParaRPr b="1"/>
          </a:p>
          <a:p>
            <a:pPr indent="0" lvl="0" marL="0" rtl="0" algn="ctr">
              <a:lnSpc>
                <a:spcPct val="150000"/>
              </a:lnSpc>
              <a:spcBef>
                <a:spcPts val="0"/>
              </a:spcBef>
              <a:spcAft>
                <a:spcPts val="0"/>
              </a:spcAft>
              <a:buSzPts val="1900"/>
              <a:buNone/>
            </a:pPr>
            <a:r>
              <a:rPr b="1" lang="en-US"/>
              <a:t>We are here to help at your every step !</a:t>
            </a:r>
            <a:endParaRPr b="1">
              <a:solidFill>
                <a:srgbClr val="FFAB40"/>
              </a:solidFill>
            </a:endParaRPr>
          </a:p>
          <a:p>
            <a:pPr indent="0" lvl="0" marL="0" rtl="0" algn="ctr">
              <a:lnSpc>
                <a:spcPct val="150000"/>
              </a:lnSpc>
              <a:spcBef>
                <a:spcPts val="0"/>
              </a:spcBef>
              <a:spcAft>
                <a:spcPts val="0"/>
              </a:spcAft>
              <a:buSzPts val="1900"/>
              <a:buNone/>
            </a:pPr>
            <a:r>
              <a:rPr b="1" lang="en-US">
                <a:solidFill>
                  <a:srgbClr val="FFAB40"/>
                </a:solidFill>
              </a:rPr>
              <a:t>But, how???</a:t>
            </a:r>
            <a:endParaRPr b="1" sz="4300">
              <a:solidFill>
                <a:srgbClr val="FFAB40"/>
              </a:solidFill>
            </a:endParaRPr>
          </a:p>
        </p:txBody>
      </p:sp>
      <p:pic>
        <p:nvPicPr>
          <p:cNvPr id="506" name="Google Shape;506;p111"/>
          <p:cNvPicPr preferRelativeResize="0"/>
          <p:nvPr/>
        </p:nvPicPr>
        <p:blipFill rotWithShape="1">
          <a:blip r:embed="rId3">
            <a:alphaModFix/>
          </a:blip>
          <a:srcRect b="0" l="0" r="0" t="0"/>
          <a:stretch/>
        </p:blipFill>
        <p:spPr>
          <a:xfrm>
            <a:off x="7004400" y="2821033"/>
            <a:ext cx="3322800" cy="3322800"/>
          </a:xfrm>
          <a:prstGeom prst="ellipse">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12"/>
          <p:cNvSpPr txBox="1"/>
          <p:nvPr>
            <p:ph idx="1" type="subTitle"/>
          </p:nvPr>
        </p:nvSpPr>
        <p:spPr>
          <a:xfrm>
            <a:off x="0" y="849325"/>
            <a:ext cx="3002400" cy="6996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a:t>Are you using all these IK support features?</a:t>
            </a:r>
            <a:endParaRPr/>
          </a:p>
        </p:txBody>
      </p:sp>
      <p:sp>
        <p:nvSpPr>
          <p:cNvPr id="512" name="Google Shape;512;p112"/>
          <p:cNvSpPr txBox="1"/>
          <p:nvPr>
            <p:ph idx="2" type="body"/>
          </p:nvPr>
        </p:nvSpPr>
        <p:spPr>
          <a:xfrm>
            <a:off x="3295775" y="1123825"/>
            <a:ext cx="8896200" cy="4256400"/>
          </a:xfrm>
          <a:prstGeom prst="rect">
            <a:avLst/>
          </a:prstGeom>
          <a:noFill/>
          <a:ln>
            <a:noFill/>
          </a:ln>
        </p:spPr>
        <p:txBody>
          <a:bodyPr anchorCtr="0" anchor="t" bIns="121900" lIns="121900" spcFirstLastPara="1" rIns="121900" wrap="square" tIns="121900">
            <a:noAutofit/>
          </a:bodyPr>
          <a:lstStyle/>
          <a:p>
            <a:pPr indent="-431800" lvl="0" marL="609600" rtl="0" algn="l">
              <a:lnSpc>
                <a:spcPct val="150000"/>
              </a:lnSpc>
              <a:spcBef>
                <a:spcPts val="0"/>
              </a:spcBef>
              <a:spcAft>
                <a:spcPts val="0"/>
              </a:spcAft>
              <a:buClr>
                <a:schemeClr val="lt1"/>
              </a:buClr>
              <a:buSzPts val="2000"/>
              <a:buChar char="●"/>
            </a:pPr>
            <a:r>
              <a:rPr b="1" lang="en-US" sz="2000">
                <a:solidFill>
                  <a:srgbClr val="FB569C"/>
                </a:solidFill>
              </a:rPr>
              <a:t>Uplevel</a:t>
            </a:r>
            <a:r>
              <a:rPr lang="en-US" sz="2000">
                <a:solidFill>
                  <a:schemeClr val="lt1"/>
                </a:solidFill>
              </a:rPr>
              <a:t> - contains all the learning resources - videos, MCQs, assignments</a:t>
            </a:r>
            <a:endParaRPr sz="2000">
              <a:solidFill>
                <a:schemeClr val="lt1"/>
              </a:solidFill>
            </a:endParaRPr>
          </a:p>
          <a:p>
            <a:pPr indent="-431800" lvl="0" marL="609600" rtl="0" algn="l">
              <a:lnSpc>
                <a:spcPct val="150000"/>
              </a:lnSpc>
              <a:spcBef>
                <a:spcPts val="0"/>
              </a:spcBef>
              <a:spcAft>
                <a:spcPts val="0"/>
              </a:spcAft>
              <a:buClr>
                <a:schemeClr val="lt1"/>
              </a:buClr>
              <a:buSzPts val="2000"/>
              <a:buChar char="●"/>
            </a:pPr>
            <a:r>
              <a:rPr lang="en-US" sz="2000">
                <a:solidFill>
                  <a:schemeClr val="lt1"/>
                </a:solidFill>
              </a:rPr>
              <a:t>Optional </a:t>
            </a:r>
            <a:r>
              <a:rPr b="1" lang="en-US" sz="2000">
                <a:solidFill>
                  <a:srgbClr val="FB569C"/>
                </a:solidFill>
              </a:rPr>
              <a:t>Post class videos</a:t>
            </a:r>
            <a:r>
              <a:rPr lang="en-US" sz="2000">
                <a:solidFill>
                  <a:schemeClr val="lt1"/>
                </a:solidFill>
              </a:rPr>
              <a:t> for additional reference</a:t>
            </a:r>
            <a:endParaRPr sz="2000">
              <a:solidFill>
                <a:schemeClr val="lt1"/>
              </a:solidFill>
            </a:endParaRPr>
          </a:p>
          <a:p>
            <a:pPr indent="-431800" lvl="0" marL="609600" rtl="0" algn="l">
              <a:lnSpc>
                <a:spcPct val="150000"/>
              </a:lnSpc>
              <a:spcBef>
                <a:spcPts val="0"/>
              </a:spcBef>
              <a:spcAft>
                <a:spcPts val="0"/>
              </a:spcAft>
              <a:buClr>
                <a:schemeClr val="lt1"/>
              </a:buClr>
              <a:buSzPts val="2000"/>
              <a:buChar char="●"/>
            </a:pPr>
            <a:r>
              <a:rPr b="1" lang="en-US" sz="2000">
                <a:solidFill>
                  <a:srgbClr val="FB569C"/>
                </a:solidFill>
              </a:rPr>
              <a:t>Technical coaching sessions</a:t>
            </a:r>
            <a:r>
              <a:rPr lang="en-US" sz="2000">
                <a:solidFill>
                  <a:schemeClr val="lt1"/>
                </a:solidFill>
              </a:rPr>
              <a:t> on Wednesday to clarify all your queries</a:t>
            </a:r>
            <a:endParaRPr sz="2000">
              <a:solidFill>
                <a:schemeClr val="lt1"/>
              </a:solidFill>
            </a:endParaRPr>
          </a:p>
          <a:p>
            <a:pPr indent="-431800" lvl="0" marL="609600" rtl="0" algn="l">
              <a:lnSpc>
                <a:spcPct val="150000"/>
              </a:lnSpc>
              <a:spcBef>
                <a:spcPts val="0"/>
              </a:spcBef>
              <a:spcAft>
                <a:spcPts val="0"/>
              </a:spcAft>
              <a:buClr>
                <a:schemeClr val="lt1"/>
              </a:buClr>
              <a:buSzPts val="2000"/>
              <a:buChar char="●"/>
            </a:pPr>
            <a:r>
              <a:rPr b="1" lang="en-US" sz="2000">
                <a:solidFill>
                  <a:srgbClr val="FB569C"/>
                </a:solidFill>
              </a:rPr>
              <a:t>Discord</a:t>
            </a:r>
            <a:r>
              <a:rPr lang="en-US" sz="2000">
                <a:solidFill>
                  <a:schemeClr val="lt1"/>
                </a:solidFill>
              </a:rPr>
              <a:t> community for peer learning</a:t>
            </a:r>
            <a:endParaRPr sz="2000">
              <a:solidFill>
                <a:schemeClr val="lt1"/>
              </a:solidFill>
            </a:endParaRPr>
          </a:p>
          <a:p>
            <a:pPr indent="-431800" lvl="0" marL="609600" rtl="0" algn="l">
              <a:lnSpc>
                <a:spcPct val="150000"/>
              </a:lnSpc>
              <a:spcBef>
                <a:spcPts val="0"/>
              </a:spcBef>
              <a:spcAft>
                <a:spcPts val="0"/>
              </a:spcAft>
              <a:buClr>
                <a:schemeClr val="lt1"/>
              </a:buClr>
              <a:buSzPts val="2000"/>
              <a:buChar char="●"/>
            </a:pPr>
            <a:r>
              <a:rPr b="1" lang="en-US" sz="2000">
                <a:solidFill>
                  <a:srgbClr val="FB569C"/>
                </a:solidFill>
              </a:rPr>
              <a:t>TAs</a:t>
            </a:r>
            <a:r>
              <a:rPr lang="en-US" sz="2000">
                <a:solidFill>
                  <a:schemeClr val="lt1"/>
                </a:solidFill>
              </a:rPr>
              <a:t> to help answer the queries in the live class</a:t>
            </a:r>
            <a:endParaRPr sz="2000">
              <a:solidFill>
                <a:schemeClr val="lt1"/>
              </a:solidFill>
            </a:endParaRPr>
          </a:p>
          <a:p>
            <a:pPr indent="-431800" lvl="0" marL="609600" rtl="0" algn="l">
              <a:lnSpc>
                <a:spcPct val="150000"/>
              </a:lnSpc>
              <a:spcBef>
                <a:spcPts val="0"/>
              </a:spcBef>
              <a:spcAft>
                <a:spcPts val="0"/>
              </a:spcAft>
              <a:buClr>
                <a:schemeClr val="lt1"/>
              </a:buClr>
              <a:buSzPts val="2000"/>
              <a:buChar char="●"/>
            </a:pPr>
            <a:r>
              <a:rPr b="1" lang="en-US" sz="2000">
                <a:solidFill>
                  <a:srgbClr val="FB569C"/>
                </a:solidFill>
              </a:rPr>
              <a:t>Support tickets</a:t>
            </a:r>
            <a:r>
              <a:rPr lang="en-US" sz="2000">
                <a:solidFill>
                  <a:schemeClr val="lt1"/>
                </a:solidFill>
              </a:rPr>
              <a:t> - Raise them any time you want any clarifications/ tech concerns , etc on UpLevel</a:t>
            </a:r>
            <a:endParaRPr sz="2000">
              <a:solidFill>
                <a:schemeClr val="lt1"/>
              </a:solidFill>
            </a:endParaRPr>
          </a:p>
          <a:p>
            <a:pPr indent="0" lvl="0" marL="0" rtl="0" algn="l">
              <a:lnSpc>
                <a:spcPct val="150000"/>
              </a:lnSpc>
              <a:spcBef>
                <a:spcPts val="0"/>
              </a:spcBef>
              <a:spcAft>
                <a:spcPts val="0"/>
              </a:spcAft>
              <a:buSzPts val="3500"/>
              <a:buNone/>
            </a:pPr>
            <a:r>
              <a:t/>
            </a:r>
            <a:endParaRPr sz="1800">
              <a:solidFill>
                <a:schemeClr val="lt1"/>
              </a:solidFill>
            </a:endParaRPr>
          </a:p>
          <a:p>
            <a:pPr indent="0" lvl="0" marL="0" rtl="0" algn="l">
              <a:lnSpc>
                <a:spcPct val="150000"/>
              </a:lnSpc>
              <a:spcBef>
                <a:spcPts val="0"/>
              </a:spcBef>
              <a:spcAft>
                <a:spcPts val="0"/>
              </a:spcAft>
              <a:buSzPts val="3500"/>
              <a:buNone/>
            </a:pPr>
            <a:r>
              <a:t/>
            </a:r>
            <a:endParaRPr sz="1800">
              <a:solidFill>
                <a:schemeClr val="lt1"/>
              </a:solidFill>
            </a:endParaRPr>
          </a:p>
          <a:p>
            <a:pPr indent="0" lvl="0" marL="609600" rtl="0" algn="l">
              <a:lnSpc>
                <a:spcPct val="115000"/>
              </a:lnSpc>
              <a:spcBef>
                <a:spcPts val="0"/>
              </a:spcBef>
              <a:spcAft>
                <a:spcPts val="0"/>
              </a:spcAft>
              <a:buSzPts val="3500"/>
              <a:buNone/>
            </a:pPr>
            <a:r>
              <a:t/>
            </a:r>
            <a:endParaRPr sz="1800">
              <a:solidFill>
                <a:schemeClr val="lt1"/>
              </a:solidFill>
            </a:endParaRPr>
          </a:p>
          <a:p>
            <a:pPr indent="0" lvl="0" marL="0" rtl="0" algn="l">
              <a:lnSpc>
                <a:spcPct val="115000"/>
              </a:lnSpc>
              <a:spcBef>
                <a:spcPts val="0"/>
              </a:spcBef>
              <a:spcAft>
                <a:spcPts val="0"/>
              </a:spcAft>
              <a:buSzPts val="3500"/>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13"/>
          <p:cNvSpPr txBox="1"/>
          <p:nvPr>
            <p:ph idx="1" type="subTitle"/>
          </p:nvPr>
        </p:nvSpPr>
        <p:spPr>
          <a:xfrm>
            <a:off x="424526" y="849325"/>
            <a:ext cx="2871300" cy="699600"/>
          </a:xfrm>
          <a:prstGeom prst="rect">
            <a:avLst/>
          </a:prstGeom>
          <a:noFill/>
          <a:ln>
            <a:noFill/>
          </a:ln>
        </p:spPr>
        <p:txBody>
          <a:bodyPr anchorCtr="0" anchor="t" bIns="121900" lIns="121900" spcFirstLastPara="1" rIns="121900" wrap="square" tIns="121900">
            <a:noAutofit/>
          </a:bodyPr>
          <a:lstStyle/>
          <a:p>
            <a:pPr indent="0" lvl="0" marL="0" rtl="0" algn="ctr">
              <a:lnSpc>
                <a:spcPct val="115000"/>
              </a:lnSpc>
              <a:spcBef>
                <a:spcPts val="0"/>
              </a:spcBef>
              <a:spcAft>
                <a:spcPts val="0"/>
              </a:spcAft>
              <a:buSzPts val="2400"/>
              <a:buNone/>
            </a:pPr>
            <a:r>
              <a:rPr lang="en-US"/>
              <a:t>Success Hacks</a:t>
            </a:r>
            <a:endParaRPr/>
          </a:p>
        </p:txBody>
      </p:sp>
      <p:sp>
        <p:nvSpPr>
          <p:cNvPr id="518" name="Google Shape;518;p113"/>
          <p:cNvSpPr txBox="1"/>
          <p:nvPr>
            <p:ph idx="2" type="body"/>
          </p:nvPr>
        </p:nvSpPr>
        <p:spPr>
          <a:xfrm>
            <a:off x="3295767" y="637000"/>
            <a:ext cx="8131500" cy="5786400"/>
          </a:xfrm>
          <a:prstGeom prst="rect">
            <a:avLst/>
          </a:prstGeom>
          <a:noFill/>
          <a:ln>
            <a:noFill/>
          </a:ln>
        </p:spPr>
        <p:txBody>
          <a:bodyPr anchorCtr="0" anchor="t" bIns="121900" lIns="121900" spcFirstLastPara="1" rIns="121900" wrap="square" tIns="121900">
            <a:noAutofit/>
          </a:bodyPr>
          <a:lstStyle/>
          <a:p>
            <a:pPr indent="-438150" lvl="0" marL="609600" rtl="0" algn="l">
              <a:lnSpc>
                <a:spcPct val="150000"/>
              </a:lnSpc>
              <a:spcBef>
                <a:spcPts val="0"/>
              </a:spcBef>
              <a:spcAft>
                <a:spcPts val="0"/>
              </a:spcAft>
              <a:buSzPts val="2100"/>
              <a:buChar char="●"/>
            </a:pPr>
            <a:r>
              <a:rPr lang="en-US" sz="2100"/>
              <a:t>Be prepared for the class by watching the pre class videos</a:t>
            </a:r>
            <a:endParaRPr sz="2100"/>
          </a:p>
          <a:p>
            <a:pPr indent="-438150" lvl="0" marL="609600" rtl="0" algn="l">
              <a:lnSpc>
                <a:spcPct val="150000"/>
              </a:lnSpc>
              <a:spcBef>
                <a:spcPts val="0"/>
              </a:spcBef>
              <a:spcAft>
                <a:spcPts val="0"/>
              </a:spcAft>
              <a:buSzPts val="2100"/>
              <a:buChar char="●"/>
            </a:pPr>
            <a:r>
              <a:rPr lang="en-US" sz="2100"/>
              <a:t>Attend every class</a:t>
            </a:r>
            <a:endParaRPr sz="2100">
              <a:solidFill>
                <a:srgbClr val="FB569C"/>
              </a:solidFill>
            </a:endParaRPr>
          </a:p>
          <a:p>
            <a:pPr indent="-438150" lvl="0" marL="609600" rtl="0" algn="l">
              <a:lnSpc>
                <a:spcPct val="150000"/>
              </a:lnSpc>
              <a:spcBef>
                <a:spcPts val="0"/>
              </a:spcBef>
              <a:spcAft>
                <a:spcPts val="0"/>
              </a:spcAft>
              <a:buSzPts val="2100"/>
              <a:buChar char="●"/>
            </a:pPr>
            <a:r>
              <a:rPr lang="en-US" sz="2100"/>
              <a:t>Participate in class</a:t>
            </a:r>
            <a:endParaRPr sz="2100"/>
          </a:p>
          <a:p>
            <a:pPr indent="-438150" lvl="0" marL="609600" rtl="0" algn="l">
              <a:lnSpc>
                <a:spcPct val="150000"/>
              </a:lnSpc>
              <a:spcBef>
                <a:spcPts val="0"/>
              </a:spcBef>
              <a:spcAft>
                <a:spcPts val="0"/>
              </a:spcAft>
              <a:buSzPts val="2100"/>
              <a:buChar char="●"/>
            </a:pPr>
            <a:r>
              <a:rPr lang="en-US" sz="2100"/>
              <a:t>Attempt all the assignments,</a:t>
            </a:r>
            <a:endParaRPr sz="2100"/>
          </a:p>
          <a:p>
            <a:pPr indent="-438150" lvl="0" marL="609600" rtl="0" algn="l">
              <a:lnSpc>
                <a:spcPct val="150000"/>
              </a:lnSpc>
              <a:spcBef>
                <a:spcPts val="0"/>
              </a:spcBef>
              <a:spcAft>
                <a:spcPts val="0"/>
              </a:spcAft>
              <a:buSzPts val="2100"/>
              <a:buChar char="●"/>
            </a:pPr>
            <a:r>
              <a:rPr lang="en-US" sz="2100"/>
              <a:t>Actively advocate for yourself</a:t>
            </a:r>
            <a:endParaRPr sz="2100"/>
          </a:p>
          <a:p>
            <a:pPr indent="-438150" lvl="0" marL="609600" rtl="0" algn="l">
              <a:lnSpc>
                <a:spcPct val="150000"/>
              </a:lnSpc>
              <a:spcBef>
                <a:spcPts val="0"/>
              </a:spcBef>
              <a:spcAft>
                <a:spcPts val="0"/>
              </a:spcAft>
              <a:buSzPts val="2100"/>
              <a:buChar char="●"/>
            </a:pPr>
            <a:r>
              <a:rPr lang="en-US" sz="2100"/>
              <a:t>Keep your goal in mind</a:t>
            </a:r>
            <a:endParaRPr sz="2100"/>
          </a:p>
          <a:p>
            <a:pPr indent="-438150" lvl="0" marL="609600" rtl="0" algn="l">
              <a:lnSpc>
                <a:spcPct val="150000"/>
              </a:lnSpc>
              <a:spcBef>
                <a:spcPts val="0"/>
              </a:spcBef>
              <a:spcAft>
                <a:spcPts val="0"/>
              </a:spcAft>
              <a:buClr>
                <a:srgbClr val="FB569C"/>
              </a:buClr>
              <a:buSzPts val="2100"/>
              <a:buChar char="●"/>
            </a:pPr>
            <a:r>
              <a:rPr lang="en-US" sz="2100">
                <a:solidFill>
                  <a:srgbClr val="FB569C"/>
                </a:solidFill>
              </a:rPr>
              <a:t>Consistency is the key</a:t>
            </a:r>
            <a:endParaRPr sz="2100">
              <a:solidFill>
                <a:srgbClr val="FB569C"/>
              </a:solidFill>
            </a:endParaRPr>
          </a:p>
          <a:p>
            <a:pPr indent="0" lvl="0" marL="0" rtl="0" algn="l">
              <a:lnSpc>
                <a:spcPct val="150000"/>
              </a:lnSpc>
              <a:spcBef>
                <a:spcPts val="0"/>
              </a:spcBef>
              <a:spcAft>
                <a:spcPts val="0"/>
              </a:spcAft>
              <a:buSzPts val="3500"/>
              <a:buNone/>
            </a:pPr>
            <a:r>
              <a:t/>
            </a:r>
            <a:endParaRPr sz="2700"/>
          </a:p>
          <a:p>
            <a:pPr indent="0" lvl="0" marL="0" rtl="0" algn="ctr">
              <a:lnSpc>
                <a:spcPct val="150000"/>
              </a:lnSpc>
              <a:spcBef>
                <a:spcPts val="0"/>
              </a:spcBef>
              <a:spcAft>
                <a:spcPts val="0"/>
              </a:spcAft>
              <a:buSzPts val="3500"/>
              <a:buNone/>
            </a:pPr>
            <a:r>
              <a:rPr lang="en-US" sz="3700"/>
              <a:t>Be patient with yourself !</a:t>
            </a:r>
            <a:endParaRPr sz="3700"/>
          </a:p>
          <a:p>
            <a:pPr indent="0" lvl="0" marL="0" rtl="0" algn="l">
              <a:lnSpc>
                <a:spcPct val="150000"/>
              </a:lnSpc>
              <a:spcBef>
                <a:spcPts val="0"/>
              </a:spcBef>
              <a:spcAft>
                <a:spcPts val="0"/>
              </a:spcAft>
              <a:buSzPts val="3500"/>
              <a:buNone/>
            </a:pPr>
            <a:r>
              <a:t/>
            </a:r>
            <a:endParaRPr sz="2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14"/>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lang="en-US" sz="3000">
                <a:solidFill>
                  <a:srgbClr val="3896D2"/>
                </a:solidFill>
                <a:latin typeface="Fira Sans"/>
                <a:ea typeface="Fira Sans"/>
                <a:cs typeface="Fira Sans"/>
                <a:sym typeface="Fira Sans"/>
              </a:rPr>
              <a:t>Check Your Email for API Key</a:t>
            </a:r>
            <a:endParaRPr b="1" sz="3000">
              <a:solidFill>
                <a:schemeClr val="lt1"/>
              </a:solidFill>
              <a:latin typeface="Fira Sans"/>
              <a:ea typeface="Fira Sans"/>
              <a:cs typeface="Fira Sans"/>
              <a:sym typeface="Fira Sans"/>
            </a:endParaRPr>
          </a:p>
        </p:txBody>
      </p:sp>
      <p:sp>
        <p:nvSpPr>
          <p:cNvPr id="524" name="Google Shape;524;p114"/>
          <p:cNvSpPr txBox="1"/>
          <p:nvPr/>
        </p:nvSpPr>
        <p:spPr>
          <a:xfrm>
            <a:off x="783975" y="876575"/>
            <a:ext cx="8902200" cy="185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solidFill>
                  <a:schemeClr val="lt1"/>
                </a:solidFill>
                <a:latin typeface="Fira Sans"/>
                <a:ea typeface="Fira Sans"/>
                <a:cs typeface="Fira Sans"/>
                <a:sym typeface="Fira Sans"/>
              </a:rPr>
              <a:t>You should have received an email like the one shown below containing your OpenAI API key.</a:t>
            </a:r>
            <a:endParaRPr>
              <a:solidFill>
                <a:schemeClr val="lt1"/>
              </a:solidFill>
              <a:latin typeface="Fira Sans"/>
              <a:ea typeface="Fira Sans"/>
              <a:cs typeface="Fira Sans"/>
              <a:sym typeface="Fira Sans"/>
            </a:endParaRPr>
          </a:p>
          <a:p>
            <a:pPr indent="0" lvl="0" marL="0" rtl="0" algn="l">
              <a:lnSpc>
                <a:spcPct val="115000"/>
              </a:lnSpc>
              <a:spcBef>
                <a:spcPts val="1200"/>
              </a:spcBef>
              <a:spcAft>
                <a:spcPts val="0"/>
              </a:spcAft>
              <a:buNone/>
            </a:pPr>
            <a:r>
              <a:rPr lang="en-US">
                <a:solidFill>
                  <a:schemeClr val="lt1"/>
                </a:solidFill>
                <a:latin typeface="Fira Sans"/>
                <a:ea typeface="Fira Sans"/>
                <a:cs typeface="Fira Sans"/>
                <a:sym typeface="Fira Sans"/>
              </a:rPr>
              <a:t>If you do not see this email:</a:t>
            </a:r>
            <a:endParaRPr>
              <a:solidFill>
                <a:schemeClr val="lt1"/>
              </a:solidFill>
              <a:latin typeface="Fira Sans"/>
              <a:ea typeface="Fira Sans"/>
              <a:cs typeface="Fira Sans"/>
              <a:sym typeface="Fira Sans"/>
            </a:endParaRPr>
          </a:p>
          <a:p>
            <a:pPr indent="-298450" lvl="0" marL="457200" rtl="0" algn="l">
              <a:lnSpc>
                <a:spcPct val="115000"/>
              </a:lnSpc>
              <a:spcBef>
                <a:spcPts val="1200"/>
              </a:spcBef>
              <a:spcAft>
                <a:spcPts val="0"/>
              </a:spcAft>
              <a:buClr>
                <a:schemeClr val="lt1"/>
              </a:buClr>
              <a:buSzPts val="1100"/>
              <a:buFont typeface="Fira Sans"/>
              <a:buChar char="●"/>
            </a:pPr>
            <a:r>
              <a:rPr lang="en-US">
                <a:solidFill>
                  <a:schemeClr val="lt1"/>
                </a:solidFill>
                <a:latin typeface="Fira Sans"/>
                <a:ea typeface="Fira Sans"/>
                <a:cs typeface="Fira Sans"/>
                <a:sym typeface="Fira Sans"/>
              </a:rPr>
              <a:t>Please check your inbox</a:t>
            </a:r>
            <a:endParaRPr>
              <a:solidFill>
                <a:schemeClr val="lt1"/>
              </a:solidFill>
              <a:latin typeface="Fira Sans"/>
              <a:ea typeface="Fira Sans"/>
              <a:cs typeface="Fira Sans"/>
              <a:sym typeface="Fira Sans"/>
            </a:endParaRPr>
          </a:p>
          <a:p>
            <a:pPr indent="-298450" lvl="0" marL="457200" rtl="0" algn="l">
              <a:lnSpc>
                <a:spcPct val="115000"/>
              </a:lnSpc>
              <a:spcBef>
                <a:spcPts val="0"/>
              </a:spcBef>
              <a:spcAft>
                <a:spcPts val="0"/>
              </a:spcAft>
              <a:buClr>
                <a:schemeClr val="lt1"/>
              </a:buClr>
              <a:buSzPts val="1100"/>
              <a:buFont typeface="Fira Sans"/>
              <a:buChar char="●"/>
            </a:pPr>
            <a:r>
              <a:rPr lang="en-US">
                <a:solidFill>
                  <a:schemeClr val="lt1"/>
                </a:solidFill>
                <a:latin typeface="Fira Sans"/>
                <a:ea typeface="Fira Sans"/>
                <a:cs typeface="Fira Sans"/>
                <a:sym typeface="Fira Sans"/>
              </a:rPr>
              <a:t>Also check your spam or junk folder</a:t>
            </a:r>
            <a:endParaRPr>
              <a:solidFill>
                <a:schemeClr val="lt1"/>
              </a:solidFill>
              <a:latin typeface="Fira Sans"/>
              <a:ea typeface="Fira Sans"/>
              <a:cs typeface="Fira Sans"/>
              <a:sym typeface="Fira Sans"/>
            </a:endParaRPr>
          </a:p>
          <a:p>
            <a:pPr indent="0" lvl="0" marL="0" rtl="0" algn="l">
              <a:lnSpc>
                <a:spcPct val="115000"/>
              </a:lnSpc>
              <a:spcBef>
                <a:spcPts val="1200"/>
              </a:spcBef>
              <a:spcAft>
                <a:spcPts val="1200"/>
              </a:spcAft>
              <a:buNone/>
            </a:pPr>
            <a:r>
              <a:rPr lang="en-US">
                <a:solidFill>
                  <a:schemeClr val="lt1"/>
                </a:solidFill>
                <a:latin typeface="Fira Sans"/>
                <a:ea typeface="Fira Sans"/>
                <a:cs typeface="Fira Sans"/>
                <a:sym typeface="Fira Sans"/>
              </a:rPr>
              <a:t>If you still cannot find it, please reach out to the Operations Team </a:t>
            </a:r>
            <a:r>
              <a:rPr lang="en-US" u="sng">
                <a:solidFill>
                  <a:schemeClr val="hlink"/>
                </a:solidFill>
                <a:latin typeface="Fira Sans"/>
                <a:ea typeface="Fira Sans"/>
                <a:cs typeface="Fira Sans"/>
                <a:sym typeface="Fira Sans"/>
                <a:hlinkClick r:id="rId3"/>
              </a:rPr>
              <a:t>operations@interviewkickstart.com</a:t>
            </a:r>
            <a:endParaRPr>
              <a:solidFill>
                <a:schemeClr val="lt1"/>
              </a:solidFill>
              <a:latin typeface="Fira Sans"/>
              <a:ea typeface="Fira Sans"/>
              <a:cs typeface="Fira Sans"/>
              <a:sym typeface="Fira Sans"/>
            </a:endParaRPr>
          </a:p>
        </p:txBody>
      </p:sp>
      <p:pic>
        <p:nvPicPr>
          <p:cNvPr id="525" name="Google Shape;525;p114"/>
          <p:cNvPicPr preferRelativeResize="0"/>
          <p:nvPr/>
        </p:nvPicPr>
        <p:blipFill>
          <a:blip r:embed="rId4">
            <a:alphaModFix/>
          </a:blip>
          <a:stretch>
            <a:fillRect/>
          </a:stretch>
        </p:blipFill>
        <p:spPr>
          <a:xfrm>
            <a:off x="2222000" y="2899375"/>
            <a:ext cx="7563731" cy="36523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15"/>
          <p:cNvSpPr txBox="1"/>
          <p:nvPr/>
        </p:nvSpPr>
        <p:spPr>
          <a:xfrm>
            <a:off x="1323933" y="2998000"/>
            <a:ext cx="9360000" cy="861900"/>
          </a:xfrm>
          <a:prstGeom prst="rect">
            <a:avLst/>
          </a:prstGeom>
          <a:solidFill>
            <a:schemeClr val="accent4"/>
          </a:solidFill>
          <a:ln>
            <a:noFill/>
          </a:ln>
        </p:spPr>
        <p:txBody>
          <a:bodyPr anchorCtr="0" anchor="t" bIns="121900" lIns="121900" spcFirstLastPara="1" rIns="121900" wrap="square" tIns="121900">
            <a:spAutoFit/>
          </a:bodyPr>
          <a:lstStyle/>
          <a:p>
            <a:pPr indent="0" lvl="0" marL="0" rtl="0" algn="l">
              <a:lnSpc>
                <a:spcPct val="115000"/>
              </a:lnSpc>
              <a:spcBef>
                <a:spcPts val="0"/>
              </a:spcBef>
              <a:spcAft>
                <a:spcPts val="0"/>
              </a:spcAft>
              <a:buClr>
                <a:schemeClr val="dk1"/>
              </a:buClr>
              <a:buSzPts val="1500"/>
              <a:buFont typeface="Arial"/>
              <a:buNone/>
            </a:pPr>
            <a:r>
              <a:rPr b="1" lang="en-US" sz="4000" u="sng">
                <a:solidFill>
                  <a:schemeClr val="hlink"/>
                </a:solidFill>
                <a:latin typeface="Fira Sans"/>
                <a:ea typeface="Fira Sans"/>
                <a:cs typeface="Fira Sans"/>
                <a:sym typeface="Fira Sans"/>
                <a:hlinkClick r:id="rId3"/>
              </a:rPr>
              <a:t>Steps to Generate a LangSmith API Key</a:t>
            </a:r>
            <a:endParaRPr sz="4000">
              <a:solidFill>
                <a:schemeClr val="lt1"/>
              </a:solidFill>
              <a:latin typeface="Fira Sans"/>
              <a:ea typeface="Fira Sans"/>
              <a:cs typeface="Fira Sans"/>
              <a:sym typeface="Fira Sans"/>
            </a:endParaRPr>
          </a:p>
        </p:txBody>
      </p:sp>
      <p:sp>
        <p:nvSpPr>
          <p:cNvPr id="531" name="Google Shape;531;p115"/>
          <p:cNvSpPr txBox="1"/>
          <p:nvPr/>
        </p:nvSpPr>
        <p:spPr>
          <a:xfrm>
            <a:off x="323533" y="113067"/>
            <a:ext cx="11360700" cy="763500"/>
          </a:xfrm>
          <a:prstGeom prst="rect">
            <a:avLst/>
          </a:prstGeom>
          <a:noFill/>
          <a:ln>
            <a:noFill/>
          </a:ln>
        </p:spPr>
        <p:txBody>
          <a:bodyPr anchorCtr="0" anchor="t" bIns="121925" lIns="121925" spcFirstLastPara="1" rIns="121925" wrap="square" tIns="121925">
            <a:noAutofit/>
          </a:bodyPr>
          <a:lstStyle/>
          <a:p>
            <a:pPr indent="0" lvl="0" marL="0" marR="0" rtl="0" algn="l">
              <a:lnSpc>
                <a:spcPct val="150000"/>
              </a:lnSpc>
              <a:spcBef>
                <a:spcPts val="0"/>
              </a:spcBef>
              <a:spcAft>
                <a:spcPts val="0"/>
              </a:spcAft>
              <a:buClr>
                <a:schemeClr val="dk1"/>
              </a:buClr>
              <a:buSzPts val="3700"/>
              <a:buFont typeface="Arial"/>
              <a:buNone/>
            </a:pPr>
            <a:r>
              <a:rPr b="1" lang="en-US" sz="3100">
                <a:solidFill>
                  <a:srgbClr val="3896D2"/>
                </a:solidFill>
                <a:latin typeface="Fira Sans"/>
                <a:ea typeface="Fira Sans"/>
                <a:cs typeface="Fira Sans"/>
                <a:sym typeface="Fira Sans"/>
              </a:rPr>
              <a:t>LangSmith Setup Guide </a:t>
            </a:r>
            <a:endParaRPr b="1" sz="3100">
              <a:solidFill>
                <a:srgbClr val="3896D2"/>
              </a:solidFill>
              <a:latin typeface="Fira Sans"/>
              <a:ea typeface="Fira Sans"/>
              <a:cs typeface="Fira Sans"/>
              <a:sym typeface="Fir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16"/>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Recap:</a:t>
            </a:r>
            <a:r>
              <a:rPr b="1" i="0" lang="en-US" sz="3000">
                <a:solidFill>
                  <a:srgbClr val="FFFFFF"/>
                </a:solidFill>
                <a:latin typeface="Fira Sans"/>
                <a:ea typeface="Fira Sans"/>
                <a:cs typeface="Fira Sans"/>
                <a:sym typeface="Fira Sans"/>
              </a:rPr>
              <a:t> The Anatomy of an Agentic Loop</a:t>
            </a:r>
            <a:endParaRPr/>
          </a:p>
        </p:txBody>
      </p:sp>
      <p:sp>
        <p:nvSpPr>
          <p:cNvPr id="537" name="Google Shape;537;p116"/>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An agent is a loop: send the history to the model, run the tool it asks for, repeat.</a:t>
            </a:r>
            <a:endParaRPr/>
          </a:p>
        </p:txBody>
      </p:sp>
      <p:sp>
        <p:nvSpPr>
          <p:cNvPr id="538" name="Google Shape;538;p116"/>
          <p:cNvSpPr/>
          <p:nvPr/>
        </p:nvSpPr>
        <p:spPr>
          <a:xfrm>
            <a:off x="548640" y="1311272"/>
            <a:ext cx="11094415" cy="4037334"/>
          </a:xfrm>
          <a:prstGeom prst="roundRect">
            <a:avLst>
              <a:gd fmla="val 2717"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agent-loop-step-2: Build frame 2 of agent-loop: the ticket (prompt) goes to the agent, the agent calls the model, the tools box (read a file, patch, run a command) returns results to the agent." id="539" name="Google Shape;539;p116"/>
          <p:cNvPicPr preferRelativeResize="0"/>
          <p:nvPr/>
        </p:nvPicPr>
        <p:blipFill rotWithShape="1">
          <a:blip r:embed="rId3">
            <a:alphaModFix/>
          </a:blip>
          <a:srcRect b="0" l="0" r="0" t="0"/>
          <a:stretch/>
        </p:blipFill>
        <p:spPr>
          <a:xfrm>
            <a:off x="594360" y="1356992"/>
            <a:ext cx="11002975" cy="3945894"/>
          </a:xfrm>
          <a:prstGeom prst="rect">
            <a:avLst/>
          </a:prstGeom>
          <a:noFill/>
          <a:ln>
            <a:noFill/>
          </a:ln>
        </p:spPr>
      </p:pic>
      <p:sp>
        <p:nvSpPr>
          <p:cNvPr id="540" name="Google Shape;540;p116"/>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The model sees only what travels along these arrows.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17"/>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Recap:</a:t>
            </a:r>
            <a:r>
              <a:rPr b="1" i="0" lang="en-US" sz="3000">
                <a:solidFill>
                  <a:srgbClr val="FFFFFF"/>
                </a:solidFill>
                <a:latin typeface="Fira Sans"/>
                <a:ea typeface="Fira Sans"/>
                <a:cs typeface="Fira Sans"/>
                <a:sym typeface="Fira Sans"/>
              </a:rPr>
              <a:t> The Anatomy of an Agentic Loop</a:t>
            </a:r>
            <a:endParaRPr/>
          </a:p>
        </p:txBody>
      </p:sp>
      <p:sp>
        <p:nvSpPr>
          <p:cNvPr id="546" name="Google Shape;546;p117"/>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loop ends when the model stops calling tools, says done, or hits a limit.</a:t>
            </a:r>
            <a:endParaRPr/>
          </a:p>
        </p:txBody>
      </p:sp>
      <p:sp>
        <p:nvSpPr>
          <p:cNvPr id="547" name="Google Shape;547;p117"/>
          <p:cNvSpPr/>
          <p:nvPr/>
        </p:nvSpPr>
        <p:spPr>
          <a:xfrm>
            <a:off x="548640" y="1311272"/>
            <a:ext cx="11094415" cy="4037334"/>
          </a:xfrm>
          <a:prstGeom prst="roundRect">
            <a:avLst>
              <a:gd fmla="val 2717"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agent-loop: The full agent-loop diagram: prompt, agent, model, tools, and the exit arrow to &quot;result&quot;." id="548" name="Google Shape;548;p117"/>
          <p:cNvPicPr preferRelativeResize="0"/>
          <p:nvPr/>
        </p:nvPicPr>
        <p:blipFill rotWithShape="1">
          <a:blip r:embed="rId3">
            <a:alphaModFix/>
          </a:blip>
          <a:srcRect b="0" l="0" r="0" t="0"/>
          <a:stretch/>
        </p:blipFill>
        <p:spPr>
          <a:xfrm>
            <a:off x="594360" y="1356992"/>
            <a:ext cx="11002975" cy="3945894"/>
          </a:xfrm>
          <a:prstGeom prst="rect">
            <a:avLst/>
          </a:prstGeom>
          <a:noFill/>
          <a:ln>
            <a:noFill/>
          </a:ln>
        </p:spPr>
      </p:pic>
      <p:sp>
        <p:nvSpPr>
          <p:cNvPr id="549" name="Google Shape;549;p117"/>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"Done" is the model's own claim. Nobody has checked it yet.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118"/>
          <p:cNvSpPr txBox="1"/>
          <p:nvPr/>
        </p:nvSpPr>
        <p:spPr>
          <a:xfrm>
            <a:off x="323533" y="113067"/>
            <a:ext cx="11360700" cy="763500"/>
          </a:xfrm>
          <a:prstGeom prst="rect">
            <a:avLst/>
          </a:prstGeom>
          <a:noFill/>
          <a:ln>
            <a:noFill/>
          </a:ln>
        </p:spPr>
        <p:txBody>
          <a:bodyPr anchorCtr="0" anchor="t" bIns="121925" lIns="121925" spcFirstLastPara="1" rIns="121925" wrap="square" tIns="121925">
            <a:noAutofit/>
          </a:bodyPr>
          <a:lstStyle/>
          <a:p>
            <a:pPr indent="0" lvl="0" marL="0" marR="0" rtl="0" algn="l">
              <a:lnSpc>
                <a:spcPct val="150000"/>
              </a:lnSpc>
              <a:spcBef>
                <a:spcPts val="0"/>
              </a:spcBef>
              <a:spcAft>
                <a:spcPts val="0"/>
              </a:spcAft>
              <a:buClr>
                <a:schemeClr val="dk1"/>
              </a:buClr>
              <a:buSzPts val="3700"/>
              <a:buFont typeface="Arial"/>
              <a:buNone/>
            </a:pPr>
            <a:r>
              <a:rPr b="1" i="0" lang="en-US" sz="3100" u="none" cap="none" strike="noStrike">
                <a:solidFill>
                  <a:srgbClr val="3896D2"/>
                </a:solidFill>
                <a:latin typeface="Fira Sans"/>
                <a:ea typeface="Fira Sans"/>
                <a:cs typeface="Fira Sans"/>
                <a:sym typeface="Fira Sans"/>
              </a:rPr>
              <a:t>Today’s Agenda</a:t>
            </a:r>
            <a:endParaRPr b="0" i="0" sz="3100" u="none" cap="none" strike="noStrike">
              <a:solidFill>
                <a:srgbClr val="3896D2"/>
              </a:solidFill>
              <a:latin typeface="Fira Sans"/>
              <a:ea typeface="Fira Sans"/>
              <a:cs typeface="Fira Sans"/>
              <a:sym typeface="Fira Sans"/>
            </a:endParaRPr>
          </a:p>
        </p:txBody>
      </p:sp>
      <p:grpSp>
        <p:nvGrpSpPr>
          <p:cNvPr id="555" name="Google Shape;555;p118"/>
          <p:cNvGrpSpPr/>
          <p:nvPr/>
        </p:nvGrpSpPr>
        <p:grpSpPr>
          <a:xfrm>
            <a:off x="6231955" y="1442558"/>
            <a:ext cx="2115727" cy="4693798"/>
            <a:chOff x="4761575" y="1076333"/>
            <a:chExt cx="1645200" cy="3657600"/>
          </a:xfrm>
        </p:grpSpPr>
        <p:sp>
          <p:nvSpPr>
            <p:cNvPr id="556" name="Google Shape;556;p118"/>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Scope and sandbox: what it may change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557" name="Google Shape;557;p118"/>
            <p:cNvSpPr/>
            <p:nvPr/>
          </p:nvSpPr>
          <p:spPr>
            <a:xfrm>
              <a:off x="5063608"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1FC2BA"/>
                  </a:solidFill>
                  <a:latin typeface="Fira Sans Medium"/>
                  <a:ea typeface="Fira Sans Medium"/>
                  <a:cs typeface="Fira Sans Medium"/>
                  <a:sym typeface="Fira Sans Medium"/>
                </a:rPr>
                <a:t>3</a:t>
              </a:r>
              <a:endParaRPr i="0" sz="1900" u="none" cap="none" strike="noStrike">
                <a:solidFill>
                  <a:srgbClr val="1FC2BA"/>
                </a:solidFill>
                <a:latin typeface="Fira Sans"/>
                <a:ea typeface="Fira Sans"/>
                <a:cs typeface="Fira Sans"/>
                <a:sym typeface="Fira Sans"/>
              </a:endParaRPr>
            </a:p>
          </p:txBody>
        </p:sp>
      </p:grpSp>
      <p:cxnSp>
        <p:nvCxnSpPr>
          <p:cNvPr id="558" name="Google Shape;558;p118"/>
          <p:cNvCxnSpPr/>
          <p:nvPr/>
        </p:nvCxnSpPr>
        <p:spPr>
          <a:xfrm>
            <a:off x="339084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559" name="Google Shape;559;p118"/>
          <p:cNvGrpSpPr/>
          <p:nvPr/>
        </p:nvGrpSpPr>
        <p:grpSpPr>
          <a:xfrm>
            <a:off x="1069668" y="1442693"/>
            <a:ext cx="2115727" cy="4694101"/>
            <a:chOff x="707593" y="1076334"/>
            <a:chExt cx="1645200" cy="3524100"/>
          </a:xfrm>
        </p:grpSpPr>
        <p:sp>
          <p:nvSpPr>
            <p:cNvPr id="560" name="Google Shape;560;p118"/>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rPr b="1" lang="en-US" sz="1600">
                  <a:solidFill>
                    <a:srgbClr val="FFFFFF"/>
                  </a:solidFill>
                  <a:latin typeface="Fira Sans"/>
                  <a:ea typeface="Fira Sans"/>
                  <a:cs typeface="Fira Sans"/>
                  <a:sym typeface="Fira Sans"/>
                </a:rPr>
                <a:t>Instructions: what the agent knows</a:t>
              </a:r>
              <a:endParaRPr b="1" sz="1600">
                <a:solidFill>
                  <a:srgbClr val="FFFFFF"/>
                </a:solidFill>
                <a:latin typeface="Fira Sans"/>
                <a:ea typeface="Fira Sans"/>
                <a:cs typeface="Fira Sans"/>
                <a:sym typeface="Fira Sans"/>
              </a:endParaRPr>
            </a:p>
          </p:txBody>
        </p:sp>
        <p:sp>
          <p:nvSpPr>
            <p:cNvPr id="561" name="Google Shape;561;p118"/>
            <p:cNvSpPr/>
            <p:nvPr/>
          </p:nvSpPr>
          <p:spPr>
            <a:xfrm>
              <a:off x="1038950"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FBB831"/>
                  </a:solidFill>
                  <a:latin typeface="Fira Sans Medium"/>
                  <a:ea typeface="Fira Sans Medium"/>
                  <a:cs typeface="Fira Sans Medium"/>
                  <a:sym typeface="Fira Sans Medium"/>
                </a:rPr>
                <a:t>1</a:t>
              </a:r>
              <a:endParaRPr i="0" sz="1900" u="none" cap="none" strike="noStrike">
                <a:solidFill>
                  <a:srgbClr val="FBB831"/>
                </a:solidFill>
                <a:latin typeface="Fira Sans"/>
                <a:ea typeface="Fira Sans"/>
                <a:cs typeface="Fira Sans"/>
                <a:sym typeface="Fira Sans"/>
              </a:endParaRPr>
            </a:p>
          </p:txBody>
        </p:sp>
      </p:grpSp>
      <p:sp>
        <p:nvSpPr>
          <p:cNvPr id="562" name="Google Shape;562;p118"/>
          <p:cNvSpPr txBox="1"/>
          <p:nvPr/>
        </p:nvSpPr>
        <p:spPr>
          <a:xfrm>
            <a:off x="1854086" y="728550"/>
            <a:ext cx="546900" cy="495900"/>
          </a:xfrm>
          <a:prstGeom prst="rect">
            <a:avLst/>
          </a:prstGeom>
          <a:noFill/>
          <a:ln>
            <a:noFill/>
          </a:ln>
        </p:spPr>
        <p:txBody>
          <a:bodyPr anchorCtr="0" anchor="t" bIns="120225" lIns="120225" spcFirstLastPara="1" rIns="120225" wrap="square" tIns="120225">
            <a:noAutofit/>
          </a:bodyPr>
          <a:lstStyle/>
          <a:p>
            <a:pPr indent="0" lvl="0" marL="0" marR="0" rtl="0" algn="l">
              <a:lnSpc>
                <a:spcPct val="115000"/>
              </a:lnSpc>
              <a:spcBef>
                <a:spcPts val="0"/>
              </a:spcBef>
              <a:spcAft>
                <a:spcPts val="0"/>
              </a:spcAft>
              <a:buClr>
                <a:srgbClr val="000000"/>
              </a:buClr>
              <a:buSzPts val="4000"/>
              <a:buFont typeface="Arial"/>
              <a:buNone/>
            </a:pPr>
            <a:r>
              <a:rPr b="0" i="0" lang="en-US" sz="2700" u="none" cap="none" strike="noStrike">
                <a:solidFill>
                  <a:srgbClr val="FFFFFF"/>
                </a:solidFill>
                <a:latin typeface="Fira Sans"/>
                <a:ea typeface="Fira Sans"/>
                <a:cs typeface="Fira Sans"/>
                <a:sym typeface="Fira Sans"/>
              </a:rPr>
              <a:t>⭐</a:t>
            </a:r>
            <a:endParaRPr b="0" i="0" sz="2700" u="none" cap="none" strike="noStrike">
              <a:solidFill>
                <a:srgbClr val="FFFFFF"/>
              </a:solidFill>
              <a:latin typeface="Fira Sans"/>
              <a:ea typeface="Fira Sans"/>
              <a:cs typeface="Fira Sans"/>
              <a:sym typeface="Fira Sans"/>
            </a:endParaRPr>
          </a:p>
        </p:txBody>
      </p:sp>
      <p:cxnSp>
        <p:nvCxnSpPr>
          <p:cNvPr id="563" name="Google Shape;563;p118"/>
          <p:cNvCxnSpPr/>
          <p:nvPr/>
        </p:nvCxnSpPr>
        <p:spPr>
          <a:xfrm>
            <a:off x="597195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564" name="Google Shape;564;p118"/>
          <p:cNvGrpSpPr/>
          <p:nvPr/>
        </p:nvGrpSpPr>
        <p:grpSpPr>
          <a:xfrm>
            <a:off x="3625150" y="1442465"/>
            <a:ext cx="2115727" cy="4708607"/>
            <a:chOff x="2734593" y="1076334"/>
            <a:chExt cx="1645200" cy="3649800"/>
          </a:xfrm>
        </p:grpSpPr>
        <p:sp>
          <p:nvSpPr>
            <p:cNvPr id="565" name="Google Shape;565;p118"/>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rgbClr val="FFFFFF"/>
                  </a:solidFill>
                  <a:latin typeface="Fira Sans"/>
                  <a:ea typeface="Fira Sans"/>
                  <a:cs typeface="Fira Sans"/>
                  <a:sym typeface="Fira Sans"/>
                </a:rPr>
                <a:t>State and sessions: what it remembers</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rgbClr val="FFFFFF"/>
                </a:solidFill>
                <a:latin typeface="Fira Sans"/>
                <a:ea typeface="Fira Sans"/>
                <a:cs typeface="Fira Sans"/>
                <a:sym typeface="Fira Sans"/>
              </a:endParaRPr>
            </a:p>
          </p:txBody>
        </p:sp>
        <p:sp>
          <p:nvSpPr>
            <p:cNvPr id="566" name="Google Shape;566;p118"/>
            <p:cNvSpPr/>
            <p:nvPr/>
          </p:nvSpPr>
          <p:spPr>
            <a:xfrm>
              <a:off x="3065942"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C27BA0"/>
                  </a:solidFill>
                  <a:latin typeface="Fira Sans Medium"/>
                  <a:ea typeface="Fira Sans Medium"/>
                  <a:cs typeface="Fira Sans Medium"/>
                  <a:sym typeface="Fira Sans Medium"/>
                </a:rPr>
                <a:t>2</a:t>
              </a:r>
              <a:endParaRPr i="0" sz="1900" u="none" cap="none" strike="noStrike">
                <a:solidFill>
                  <a:srgbClr val="C27BA0"/>
                </a:solidFill>
                <a:latin typeface="Fira Sans"/>
                <a:ea typeface="Fira Sans"/>
                <a:cs typeface="Fira Sans"/>
                <a:sym typeface="Fira Sans"/>
              </a:endParaRPr>
            </a:p>
          </p:txBody>
        </p:sp>
      </p:grpSp>
      <p:pic>
        <p:nvPicPr>
          <p:cNvPr id="567" name="Google Shape;567;p118"/>
          <p:cNvPicPr preferRelativeResize="0"/>
          <p:nvPr/>
        </p:nvPicPr>
        <p:blipFill rotWithShape="1">
          <a:blip r:embed="rId3">
            <a:alphaModFix/>
          </a:blip>
          <a:srcRect b="0" l="0" r="0" t="0"/>
          <a:stretch/>
        </p:blipFill>
        <p:spPr>
          <a:xfrm>
            <a:off x="1801476" y="3760491"/>
            <a:ext cx="651781" cy="651781"/>
          </a:xfrm>
          <a:prstGeom prst="rect">
            <a:avLst/>
          </a:prstGeom>
          <a:noFill/>
          <a:ln>
            <a:noFill/>
          </a:ln>
        </p:spPr>
      </p:pic>
      <p:pic>
        <p:nvPicPr>
          <p:cNvPr id="568" name="Google Shape;568;p118"/>
          <p:cNvPicPr preferRelativeResize="0"/>
          <p:nvPr/>
        </p:nvPicPr>
        <p:blipFill rotWithShape="1">
          <a:blip r:embed="rId4">
            <a:alphaModFix/>
          </a:blip>
          <a:srcRect b="0" l="0" r="0" t="0"/>
          <a:stretch/>
        </p:blipFill>
        <p:spPr>
          <a:xfrm>
            <a:off x="4252638" y="3760507"/>
            <a:ext cx="651749" cy="651749"/>
          </a:xfrm>
          <a:prstGeom prst="rect">
            <a:avLst/>
          </a:prstGeom>
          <a:noFill/>
          <a:ln>
            <a:noFill/>
          </a:ln>
        </p:spPr>
      </p:pic>
      <p:pic>
        <p:nvPicPr>
          <p:cNvPr id="569" name="Google Shape;569;p118"/>
          <p:cNvPicPr preferRelativeResize="0"/>
          <p:nvPr/>
        </p:nvPicPr>
        <p:blipFill rotWithShape="1">
          <a:blip r:embed="rId5">
            <a:alphaModFix/>
          </a:blip>
          <a:srcRect b="0" l="0" r="0" t="0"/>
          <a:stretch/>
        </p:blipFill>
        <p:spPr>
          <a:xfrm>
            <a:off x="7016346" y="3813102"/>
            <a:ext cx="546586" cy="546586"/>
          </a:xfrm>
          <a:prstGeom prst="rect">
            <a:avLst/>
          </a:prstGeom>
          <a:noFill/>
          <a:ln>
            <a:noFill/>
          </a:ln>
        </p:spPr>
      </p:pic>
      <p:sp>
        <p:nvSpPr>
          <p:cNvPr id="570" name="Google Shape;570;p118"/>
          <p:cNvSpPr/>
          <p:nvPr/>
        </p:nvSpPr>
        <p:spPr>
          <a:xfrm>
            <a:off x="8928765" y="1442851"/>
            <a:ext cx="2193600" cy="4693500"/>
          </a:xfrm>
          <a:prstGeom prst="round2SameRect">
            <a:avLst>
              <a:gd fmla="val 50000" name="adj1"/>
              <a:gd fmla="val 0" name="adj2"/>
            </a:avLst>
          </a:prstGeom>
          <a:solidFill>
            <a:srgbClr val="3A80B6"/>
          </a:solidFill>
          <a:ln>
            <a:noFill/>
          </a:ln>
        </p:spPr>
        <p:txBody>
          <a:bodyPr anchorCtr="0" anchor="t" bIns="121900" lIns="0" spcFirstLastPara="1" rIns="0" wrap="square" tIns="1828800">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5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Verification: what proves it is done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571" name="Google Shape;571;p118"/>
          <p:cNvSpPr/>
          <p:nvPr/>
        </p:nvSpPr>
        <p:spPr>
          <a:xfrm>
            <a:off x="9393749" y="1773881"/>
            <a:ext cx="1263600" cy="12609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lang="en-US" sz="6400">
                <a:solidFill>
                  <a:srgbClr val="3A80B6"/>
                </a:solidFill>
                <a:latin typeface="Fira Sans Extra Condensed Medium"/>
                <a:ea typeface="Fira Sans Extra Condensed Medium"/>
                <a:cs typeface="Fira Sans Extra Condensed Medium"/>
                <a:sym typeface="Fira Sans Extra Condensed Medium"/>
              </a:rPr>
              <a:t>4</a:t>
            </a:r>
            <a:endParaRPr b="0" i="0" sz="1900" u="none" cap="none" strike="noStrike">
              <a:solidFill>
                <a:srgbClr val="3A80B6"/>
              </a:solidFill>
              <a:latin typeface="Arial"/>
              <a:ea typeface="Arial"/>
              <a:cs typeface="Arial"/>
              <a:sym typeface="Arial"/>
            </a:endParaRPr>
          </a:p>
        </p:txBody>
      </p:sp>
      <p:pic>
        <p:nvPicPr>
          <p:cNvPr id="572" name="Google Shape;572;p118"/>
          <p:cNvPicPr preferRelativeResize="0"/>
          <p:nvPr/>
        </p:nvPicPr>
        <p:blipFill>
          <a:blip r:embed="rId6">
            <a:alphaModFix/>
          </a:blip>
          <a:stretch>
            <a:fillRect/>
          </a:stretch>
        </p:blipFill>
        <p:spPr>
          <a:xfrm>
            <a:off x="9777546" y="3813238"/>
            <a:ext cx="546600" cy="546600"/>
          </a:xfrm>
          <a:prstGeom prst="rect">
            <a:avLst/>
          </a:prstGeom>
          <a:solidFill>
            <a:srgbClr val="3A80B6"/>
          </a:solidFill>
          <a:ln>
            <a:noFill/>
          </a:ln>
        </p:spPr>
      </p:pic>
      <p:cxnSp>
        <p:nvCxnSpPr>
          <p:cNvPr id="573" name="Google Shape;573;p118"/>
          <p:cNvCxnSpPr/>
          <p:nvPr/>
        </p:nvCxnSpPr>
        <p:spPr>
          <a:xfrm>
            <a:off x="8623885" y="1681586"/>
            <a:ext cx="28800" cy="4693500"/>
          </a:xfrm>
          <a:prstGeom prst="straightConnector1">
            <a:avLst/>
          </a:prstGeom>
          <a:noFill/>
          <a:ln cap="flat" cmpd="sng" w="18425">
            <a:solidFill>
              <a:srgbClr val="FF0000"/>
            </a:solidFill>
            <a:prstDash val="solid"/>
            <a:round/>
            <a:headEnd len="med" w="med" type="diamond"/>
            <a:tailEnd len="med" w="med" type="diamond"/>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19"/>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Problem statement:</a:t>
            </a:r>
            <a:r>
              <a:rPr b="1" i="0" lang="en-US" sz="3000">
                <a:solidFill>
                  <a:srgbClr val="FFFFFF"/>
                </a:solidFill>
                <a:latin typeface="Fira Sans"/>
                <a:ea typeface="Fira Sans"/>
                <a:cs typeface="Fira Sans"/>
                <a:sym typeface="Fira Sans"/>
              </a:rPr>
              <a:t> What are we building?</a:t>
            </a:r>
            <a:endParaRPr/>
          </a:p>
        </p:txBody>
      </p:sp>
      <p:sp>
        <p:nvSpPr>
          <p:cNvPr id="579" name="Google Shape;579;p119"/>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harness around a coding agent, on TeamTrack, a small multi-tenant issue tracker.</a:t>
            </a:r>
            <a:endParaRPr/>
          </a:p>
        </p:txBody>
      </p:sp>
      <p:sp>
        <p:nvSpPr>
          <p:cNvPr id="580" name="Google Shape;580;p119"/>
          <p:cNvSpPr/>
          <p:nvPr/>
        </p:nvSpPr>
        <p:spPr>
          <a:xfrm>
            <a:off x="548640" y="1404430"/>
            <a:ext cx="11094415" cy="3851019"/>
          </a:xfrm>
          <a:prstGeom prst="roundRect">
            <a:avLst>
              <a:gd fmla="val 2849"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harness-around-loop: The full harness-around-loop diagram: the agent loop in the middle, four layers around it (instructions, state, scope and sandbox, verification), the referee outside." id="581" name="Google Shape;581;p119"/>
          <p:cNvPicPr preferRelativeResize="0"/>
          <p:nvPr/>
        </p:nvPicPr>
        <p:blipFill rotWithShape="1">
          <a:blip r:embed="rId3">
            <a:alphaModFix/>
          </a:blip>
          <a:srcRect b="0" l="0" r="0" t="0"/>
          <a:stretch/>
        </p:blipFill>
        <p:spPr>
          <a:xfrm>
            <a:off x="594360" y="1450150"/>
            <a:ext cx="11002975" cy="3759579"/>
          </a:xfrm>
          <a:prstGeom prst="rect">
            <a:avLst/>
          </a:prstGeom>
          <a:noFill/>
          <a:ln>
            <a:noFill/>
          </a:ln>
        </p:spPr>
      </p:pic>
      <p:sp>
        <p:nvSpPr>
          <p:cNvPr id="582" name="Google Shape;582;p119"/>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Same model; we change what it sees, remembers, may change, and must prove.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120"/>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Problem statement:</a:t>
            </a:r>
            <a:r>
              <a:rPr b="1" i="0" lang="en-US" sz="3000">
                <a:solidFill>
                  <a:srgbClr val="FFFFFF"/>
                </a:solidFill>
                <a:latin typeface="Fira Sans"/>
                <a:ea typeface="Fira Sans"/>
                <a:cs typeface="Fira Sans"/>
                <a:sym typeface="Fira Sans"/>
              </a:rPr>
              <a:t> The problem in the real world</a:t>
            </a:r>
            <a:endParaRPr/>
          </a:p>
        </p:txBody>
      </p:sp>
      <p:sp>
        <p:nvSpPr>
          <p:cNvPr id="588" name="Google Shape;588;p120"/>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Your team gives a week of tickets on a multi-tenant issue tracker to a coding agent.</a:t>
            </a:r>
            <a:endParaRPr/>
          </a:p>
        </p:txBody>
      </p:sp>
      <p:sp>
        <p:nvSpPr>
          <p:cNvPr id="589" name="Google Shape;589;p120"/>
          <p:cNvSpPr/>
          <p:nvPr/>
        </p:nvSpPr>
        <p:spPr>
          <a:xfrm>
            <a:off x="1316736" y="1411732"/>
            <a:ext cx="10326319" cy="804672"/>
          </a:xfrm>
          <a:prstGeom prst="roundRect">
            <a:avLst>
              <a:gd fmla="val 13636"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Monday:</a:t>
            </a:r>
            <a:r>
              <a:rPr b="0" i="0" lang="en-US" sz="1800" u="none" cap="none" strike="noStrike">
                <a:solidFill>
                  <a:srgbClr val="324158"/>
                </a:solidFill>
                <a:latin typeface="Fira Sans"/>
                <a:ea typeface="Fira Sans"/>
                <a:cs typeface="Fira Sans"/>
                <a:sym typeface="Fira Sans"/>
              </a:rPr>
              <a:t> copies an old handler with no tenant filter; tests pass, one customer reads another's issues</a:t>
            </a:r>
            <a:endParaRPr/>
          </a:p>
        </p:txBody>
      </p:sp>
      <p:sp>
        <p:nvSpPr>
          <p:cNvPr id="590" name="Google Shape;590;p120"/>
          <p:cNvSpPr/>
          <p:nvPr/>
        </p:nvSpPr>
        <p:spPr>
          <a:xfrm>
            <a:off x="548640" y="1530604"/>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591" name="Google Shape;591;p120"/>
          <p:cNvSpPr/>
          <p:nvPr/>
        </p:nvSpPr>
        <p:spPr>
          <a:xfrm>
            <a:off x="1316736" y="2500376"/>
            <a:ext cx="10326319" cy="804672"/>
          </a:xfrm>
          <a:prstGeom prst="roundRect">
            <a:avLst>
              <a:gd fmla="val 13636"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Tuesday:</a:t>
            </a:r>
            <a:r>
              <a:rPr b="0" i="0" lang="en-US" sz="1800" u="none" cap="none" strike="noStrike">
                <a:solidFill>
                  <a:srgbClr val="324158"/>
                </a:solidFill>
                <a:latin typeface="Fira Sans"/>
                <a:ea typeface="Fira Sans"/>
                <a:cs typeface="Fira Sans"/>
                <a:sym typeface="Fira Sans"/>
              </a:rPr>
              <a:t> a session stops mid-migration; the next writes a second migration for the same table</a:t>
            </a:r>
            <a:endParaRPr/>
          </a:p>
        </p:txBody>
      </p:sp>
      <p:sp>
        <p:nvSpPr>
          <p:cNvPr id="592" name="Google Shape;592;p120"/>
          <p:cNvSpPr/>
          <p:nvPr/>
        </p:nvSpPr>
        <p:spPr>
          <a:xfrm>
            <a:off x="548640" y="2619248"/>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593" name="Google Shape;593;p120"/>
          <p:cNvSpPr/>
          <p:nvPr/>
        </p:nvSpPr>
        <p:spPr>
          <a:xfrm>
            <a:off x="1316736" y="3589020"/>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Wednesday:</a:t>
            </a:r>
            <a:r>
              <a:rPr b="0" i="0" lang="en-US" sz="1800" u="none" cap="none" strike="noStrike">
                <a:solidFill>
                  <a:srgbClr val="324158"/>
                </a:solidFill>
                <a:latin typeface="Fira Sans"/>
                <a:ea typeface="Fira Sans"/>
                <a:cs typeface="Fira Sans"/>
                <a:sym typeface="Fira Sans"/>
              </a:rPr>
              <a:t> a fix for one endpoint lands in shared middleware; an older feature breaks</a:t>
            </a:r>
            <a:endParaRPr/>
          </a:p>
        </p:txBody>
      </p:sp>
      <p:sp>
        <p:nvSpPr>
          <p:cNvPr id="594" name="Google Shape;594;p120"/>
          <p:cNvSpPr/>
          <p:nvPr/>
        </p:nvSpPr>
        <p:spPr>
          <a:xfrm>
            <a:off x="548640" y="3589020"/>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595" name="Google Shape;595;p120"/>
          <p:cNvSpPr/>
          <p:nvPr/>
        </p:nvSpPr>
        <p:spPr>
          <a:xfrm>
            <a:off x="1316736" y="4439920"/>
            <a:ext cx="10326319" cy="804672"/>
          </a:xfrm>
          <a:prstGeom prst="roundRect">
            <a:avLst>
              <a:gd fmla="val 13636"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Thursday:</a:t>
            </a:r>
            <a:r>
              <a:rPr b="0" i="0" lang="en-US" sz="1800" u="none" cap="none" strike="noStrike">
                <a:solidFill>
                  <a:srgbClr val="324158"/>
                </a:solidFill>
                <a:latin typeface="Fira Sans"/>
                <a:ea typeface="Fira Sans"/>
                <a:cs typeface="Fira Sans"/>
                <a:sym typeface="Fira Sans"/>
              </a:rPr>
              <a:t> "done" on an edit-conflict feature that still loses updates; the only evidence is its word</a:t>
            </a:r>
            <a:endParaRPr/>
          </a:p>
        </p:txBody>
      </p:sp>
      <p:sp>
        <p:nvSpPr>
          <p:cNvPr id="596" name="Google Shape;596;p120"/>
          <p:cNvSpPr/>
          <p:nvPr/>
        </p:nvSpPr>
        <p:spPr>
          <a:xfrm>
            <a:off x="548640" y="4558792"/>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597" name="Google Shape;597;p120"/>
          <p:cNvSpPr txBox="1"/>
          <p:nvPr/>
        </p:nvSpPr>
        <p:spPr>
          <a:xfrm>
            <a:off x="548640" y="5601716"/>
            <a:ext cx="11094415"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Each failure costs more than the ticket saved.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121"/>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The challenge is:</a:t>
            </a:r>
            <a:r>
              <a:rPr b="1" i="0" lang="en-US" sz="3000">
                <a:solidFill>
                  <a:srgbClr val="FFFFFF"/>
                </a:solidFill>
                <a:latin typeface="Fira Sans"/>
                <a:ea typeface="Fira Sans"/>
                <a:cs typeface="Fira Sans"/>
                <a:sym typeface="Fira Sans"/>
              </a:rPr>
              <a:t> The rules exist, the agent still misses</a:t>
            </a:r>
            <a:endParaRPr/>
          </a:p>
        </p:txBody>
      </p:sp>
      <p:sp>
        <p:nvSpPr>
          <p:cNvPr id="603" name="Google Shape;603;p121"/>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rules, tests, and code are all in the repository. The agent still misses, because:</a:t>
            </a:r>
            <a:endParaRPr/>
          </a:p>
        </p:txBody>
      </p:sp>
      <p:sp>
        <p:nvSpPr>
          <p:cNvPr id="604" name="Google Shape;604;p121"/>
          <p:cNvSpPr/>
          <p:nvPr/>
        </p:nvSpPr>
        <p:spPr>
          <a:xfrm>
            <a:off x="548640" y="1960880"/>
            <a:ext cx="5410047" cy="1492503"/>
          </a:xfrm>
          <a:prstGeom prst="roundRect">
            <a:avLst>
              <a:gd fmla="val 7351" name="adj"/>
            </a:avLst>
          </a:prstGeom>
          <a:solidFill>
            <a:srgbClr val="F0F3F6"/>
          </a:solidFill>
          <a:ln>
            <a:noFill/>
          </a:ln>
        </p:spPr>
        <p:txBody>
          <a:bodyPr anchorCtr="0" anchor="t" bIns="164575" lIns="274300" spcFirstLastPara="1" rIns="274300" wrap="square" tIns="164575">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a:t>
            </a:r>
            <a:r>
              <a:rPr b="0" i="1" lang="en-US" sz="1800" u="none" cap="none" strike="noStrike">
                <a:solidFill>
                  <a:srgbClr val="324158"/>
                </a:solidFill>
                <a:latin typeface="Fira Sans"/>
                <a:ea typeface="Fira Sans"/>
                <a:cs typeface="Fira Sans"/>
                <a:sym typeface="Fira Sans"/>
              </a:rPr>
              <a:t>anything it can't access in-context while running effectively doesn't exist.</a:t>
            </a:r>
            <a:r>
              <a:rPr b="1" i="0" lang="en-US" sz="2000" u="none" cap="none" strike="noStrike">
                <a:solidFill>
                  <a:srgbClr val="324158"/>
                </a:solidFill>
                <a:latin typeface="Fira Sans"/>
                <a:ea typeface="Fira Sans"/>
                <a:cs typeface="Fira Sans"/>
                <a:sym typeface="Fira Sans"/>
              </a:rPr>
              <a:t>”</a:t>
            </a:r>
            <a:endParaRPr/>
          </a:p>
          <a:p>
            <a:pPr indent="0" lvl="0" marL="0" marR="0" rtl="0" algn="l">
              <a:lnSpc>
                <a:spcPct val="100000"/>
              </a:lnSpc>
              <a:spcBef>
                <a:spcPts val="100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 </a:t>
            </a:r>
            <a:r>
              <a:rPr b="1" i="0" lang="en-US" sz="1600" u="sng" cap="none" strike="noStrike">
                <a:solidFill>
                  <a:schemeClr val="hlink"/>
                </a:solidFill>
                <a:latin typeface="Fira Sans"/>
                <a:ea typeface="Fira Sans"/>
                <a:cs typeface="Fira Sans"/>
                <a:sym typeface="Fira Sans"/>
                <a:hlinkClick r:id="rId3"/>
              </a:rPr>
              <a:t>Source 1: Harness engineering</a:t>
            </a:r>
            <a:endParaRPr/>
          </a:p>
        </p:txBody>
      </p:sp>
      <p:sp>
        <p:nvSpPr>
          <p:cNvPr id="605" name="Google Shape;605;p121"/>
          <p:cNvSpPr/>
          <p:nvPr/>
        </p:nvSpPr>
        <p:spPr>
          <a:xfrm>
            <a:off x="548640" y="2125472"/>
            <a:ext cx="64008" cy="1163320"/>
          </a:xfrm>
          <a:prstGeom prst="rect">
            <a:avLst/>
          </a:prstGeom>
          <a:solidFill>
            <a:srgbClr val="FFAB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6" name="Google Shape;606;p121"/>
          <p:cNvSpPr/>
          <p:nvPr/>
        </p:nvSpPr>
        <p:spPr>
          <a:xfrm>
            <a:off x="6233007" y="1960880"/>
            <a:ext cx="5410047" cy="1492503"/>
          </a:xfrm>
          <a:prstGeom prst="roundRect">
            <a:avLst>
              <a:gd fmla="val 7351" name="adj"/>
            </a:avLst>
          </a:prstGeom>
          <a:solidFill>
            <a:srgbClr val="F0F3F6"/>
          </a:solidFill>
          <a:ln>
            <a:noFill/>
          </a:ln>
        </p:spPr>
        <p:txBody>
          <a:bodyPr anchorCtr="0" anchor="t" bIns="164575" lIns="274300" spcFirstLastPara="1" rIns="274300" wrap="square" tIns="164575">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a:t>
            </a:r>
            <a:r>
              <a:rPr b="0" i="1" lang="en-US" sz="1800" u="none" cap="none" strike="noStrike">
                <a:solidFill>
                  <a:srgbClr val="324158"/>
                </a:solidFill>
                <a:latin typeface="Fira Sans"/>
                <a:ea typeface="Fira Sans"/>
                <a:cs typeface="Fira Sans"/>
                <a:sym typeface="Fira Sans"/>
              </a:rPr>
              <a:t>each new session begins with no memory of what came before.</a:t>
            </a:r>
            <a:r>
              <a:rPr b="1" i="0" lang="en-US" sz="2000" u="none" cap="none" strike="noStrike">
                <a:solidFill>
                  <a:srgbClr val="324158"/>
                </a:solidFill>
                <a:latin typeface="Fira Sans"/>
                <a:ea typeface="Fira Sans"/>
                <a:cs typeface="Fira Sans"/>
                <a:sym typeface="Fira Sans"/>
              </a:rPr>
              <a:t>”</a:t>
            </a:r>
            <a:endParaRPr/>
          </a:p>
          <a:p>
            <a:pPr indent="0" lvl="0" marL="0" marR="0" rtl="0" algn="l">
              <a:lnSpc>
                <a:spcPct val="100000"/>
              </a:lnSpc>
              <a:spcBef>
                <a:spcPts val="100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 </a:t>
            </a:r>
            <a:r>
              <a:rPr b="1" i="0" lang="en-US" sz="1600" u="sng" cap="none" strike="noStrike">
                <a:solidFill>
                  <a:schemeClr val="hlink"/>
                </a:solidFill>
                <a:latin typeface="Fira Sans"/>
                <a:ea typeface="Fira Sans"/>
                <a:cs typeface="Fira Sans"/>
                <a:sym typeface="Fira Sans"/>
                <a:hlinkClick r:id="rId4"/>
              </a:rPr>
              <a:t>Source 2: Effective harnesses for long-running agents</a:t>
            </a:r>
            <a:endParaRPr/>
          </a:p>
        </p:txBody>
      </p:sp>
      <p:sp>
        <p:nvSpPr>
          <p:cNvPr id="607" name="Google Shape;607;p121"/>
          <p:cNvSpPr/>
          <p:nvPr/>
        </p:nvSpPr>
        <p:spPr>
          <a:xfrm>
            <a:off x="6233007" y="2125472"/>
            <a:ext cx="64008" cy="1163320"/>
          </a:xfrm>
          <a:prstGeom prst="rect">
            <a:avLst/>
          </a:prstGeom>
          <a:solidFill>
            <a:srgbClr val="FFAB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8" name="Google Shape;608;p121"/>
          <p:cNvSpPr/>
          <p:nvPr/>
        </p:nvSpPr>
        <p:spPr>
          <a:xfrm>
            <a:off x="548640" y="3864864"/>
            <a:ext cx="5410047" cy="1492503"/>
          </a:xfrm>
          <a:prstGeom prst="roundRect">
            <a:avLst>
              <a:gd fmla="val 7351" name="adj"/>
            </a:avLst>
          </a:prstGeom>
          <a:solidFill>
            <a:srgbClr val="F0F3F6"/>
          </a:solidFill>
          <a:ln>
            <a:noFill/>
          </a:ln>
        </p:spPr>
        <p:txBody>
          <a:bodyPr anchorCtr="0" anchor="t" bIns="164575" lIns="274300" spcFirstLastPara="1" rIns="274300" wrap="square" tIns="164575">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a:t>
            </a:r>
            <a:r>
              <a:rPr b="0" i="1" lang="en-US" sz="1800" u="none" cap="none" strike="noStrike">
                <a:solidFill>
                  <a:srgbClr val="324158"/>
                </a:solidFill>
                <a:latin typeface="Fira Sans"/>
                <a:ea typeface="Fira Sans"/>
                <a:cs typeface="Fira Sans"/>
                <a:sym typeface="Fira Sans"/>
              </a:rPr>
              <a:t>Codex replicates patterns that already exist in the repository</a:t>
            </a:r>
            <a:r>
              <a:rPr b="1" i="0" lang="en-US" sz="2000" u="none" cap="none" strike="noStrike">
                <a:solidFill>
                  <a:srgbClr val="324158"/>
                </a:solidFill>
                <a:latin typeface="Fira Sans"/>
                <a:ea typeface="Fira Sans"/>
                <a:cs typeface="Fira Sans"/>
                <a:sym typeface="Fira Sans"/>
              </a:rPr>
              <a:t>”</a:t>
            </a:r>
            <a:endParaRPr/>
          </a:p>
          <a:p>
            <a:pPr indent="0" lvl="0" marL="0" marR="0" rtl="0" algn="l">
              <a:lnSpc>
                <a:spcPct val="100000"/>
              </a:lnSpc>
              <a:spcBef>
                <a:spcPts val="100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 </a:t>
            </a:r>
            <a:r>
              <a:rPr b="1" i="0" lang="en-US" sz="1600" u="sng" cap="none" strike="noStrike">
                <a:solidFill>
                  <a:schemeClr val="hlink"/>
                </a:solidFill>
                <a:latin typeface="Fira Sans"/>
                <a:ea typeface="Fira Sans"/>
                <a:cs typeface="Fira Sans"/>
                <a:sym typeface="Fira Sans"/>
                <a:hlinkClick r:id="rId5"/>
              </a:rPr>
              <a:t>Source 1: Harness engineering</a:t>
            </a:r>
            <a:endParaRPr/>
          </a:p>
        </p:txBody>
      </p:sp>
      <p:sp>
        <p:nvSpPr>
          <p:cNvPr id="609" name="Google Shape;609;p121"/>
          <p:cNvSpPr/>
          <p:nvPr/>
        </p:nvSpPr>
        <p:spPr>
          <a:xfrm>
            <a:off x="548640" y="4029455"/>
            <a:ext cx="64008" cy="1163320"/>
          </a:xfrm>
          <a:prstGeom prst="rect">
            <a:avLst/>
          </a:prstGeom>
          <a:solidFill>
            <a:srgbClr val="FFAB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0" name="Google Shape;610;p121"/>
          <p:cNvSpPr/>
          <p:nvPr/>
        </p:nvSpPr>
        <p:spPr>
          <a:xfrm>
            <a:off x="6233007" y="3864864"/>
            <a:ext cx="5410047" cy="1492503"/>
          </a:xfrm>
          <a:prstGeom prst="roundRect">
            <a:avLst>
              <a:gd fmla="val 7351" name="adj"/>
            </a:avLst>
          </a:prstGeom>
          <a:solidFill>
            <a:srgbClr val="F0F3F6"/>
          </a:solidFill>
          <a:ln>
            <a:noFill/>
          </a:ln>
        </p:spPr>
        <p:txBody>
          <a:bodyPr anchorCtr="0" anchor="t" bIns="164575" lIns="274300" spcFirstLastPara="1" rIns="274300" wrap="square" tIns="164575">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a:t>
            </a:r>
            <a:r>
              <a:rPr b="0" i="1" lang="en-US" sz="1800" u="none" cap="none" strike="noStrike">
                <a:solidFill>
                  <a:srgbClr val="324158"/>
                </a:solidFill>
                <a:latin typeface="Fira Sans"/>
                <a:ea typeface="Fira Sans"/>
                <a:cs typeface="Fira Sans"/>
                <a:sym typeface="Fira Sans"/>
              </a:rPr>
              <a:t>agents reliably skew positive when grading their own work</a:t>
            </a:r>
            <a:r>
              <a:rPr b="1" i="0" lang="en-US" sz="2000" u="none" cap="none" strike="noStrike">
                <a:solidFill>
                  <a:srgbClr val="324158"/>
                </a:solidFill>
                <a:latin typeface="Fira Sans"/>
                <a:ea typeface="Fira Sans"/>
                <a:cs typeface="Fira Sans"/>
                <a:sym typeface="Fira Sans"/>
              </a:rPr>
              <a:t>”</a:t>
            </a:r>
            <a:endParaRPr/>
          </a:p>
          <a:p>
            <a:pPr indent="0" lvl="0" marL="0" marR="0" rtl="0" algn="l">
              <a:lnSpc>
                <a:spcPct val="100000"/>
              </a:lnSpc>
              <a:spcBef>
                <a:spcPts val="100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 </a:t>
            </a:r>
            <a:r>
              <a:rPr b="1" i="0" lang="en-US" sz="1600" u="sng" cap="none" strike="noStrike">
                <a:solidFill>
                  <a:schemeClr val="hlink"/>
                </a:solidFill>
                <a:latin typeface="Fira Sans"/>
                <a:ea typeface="Fira Sans"/>
                <a:cs typeface="Fira Sans"/>
                <a:sym typeface="Fira Sans"/>
                <a:hlinkClick r:id="rId6"/>
              </a:rPr>
              <a:t>Source 3: Harness design for long-running application development</a:t>
            </a:r>
            <a:endParaRPr/>
          </a:p>
        </p:txBody>
      </p:sp>
      <p:sp>
        <p:nvSpPr>
          <p:cNvPr id="611" name="Google Shape;611;p121"/>
          <p:cNvSpPr/>
          <p:nvPr/>
        </p:nvSpPr>
        <p:spPr>
          <a:xfrm>
            <a:off x="6233007" y="4029455"/>
            <a:ext cx="64008" cy="1163320"/>
          </a:xfrm>
          <a:prstGeom prst="rect">
            <a:avLst/>
          </a:prstGeom>
          <a:solidFill>
            <a:srgbClr val="FFAB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122"/>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Why this matters for Engineering Teams</a:t>
            </a:r>
            <a:endParaRPr/>
          </a:p>
        </p:txBody>
      </p:sp>
      <p:sp>
        <p:nvSpPr>
          <p:cNvPr id="617" name="Google Shape;617;p122"/>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Each failure costs the team; a harness costs too.</a:t>
            </a:r>
            <a:endParaRPr/>
          </a:p>
        </p:txBody>
      </p:sp>
      <p:sp>
        <p:nvSpPr>
          <p:cNvPr id="618" name="Google Shape;618;p122"/>
          <p:cNvSpPr/>
          <p:nvPr/>
        </p:nvSpPr>
        <p:spPr>
          <a:xfrm>
            <a:off x="548640" y="2342388"/>
            <a:ext cx="5387187" cy="2633472"/>
          </a:xfrm>
          <a:prstGeom prst="roundRect">
            <a:avLst>
              <a:gd fmla="val 4166"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9" name="Google Shape;619;p122"/>
          <p:cNvSpPr/>
          <p:nvPr/>
        </p:nvSpPr>
        <p:spPr>
          <a:xfrm>
            <a:off x="548640" y="2735579"/>
            <a:ext cx="5387187" cy="109728"/>
          </a:xfrm>
          <a:prstGeom prst="rect">
            <a:avLst/>
          </a:prstGeom>
          <a:solidFill>
            <a:srgbClr val="7890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0" name="Google Shape;620;p122"/>
          <p:cNvSpPr/>
          <p:nvPr/>
        </p:nvSpPr>
        <p:spPr>
          <a:xfrm>
            <a:off x="548640" y="2342388"/>
            <a:ext cx="5387187" cy="502920"/>
          </a:xfrm>
          <a:prstGeom prst="roundRect">
            <a:avLst>
              <a:gd fmla="val 21818" name="adj"/>
            </a:avLst>
          </a:prstGeom>
          <a:solidFill>
            <a:srgbClr val="78909C"/>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What a failure costs</a:t>
            </a:r>
            <a:endParaRPr/>
          </a:p>
        </p:txBody>
      </p:sp>
      <p:sp>
        <p:nvSpPr>
          <p:cNvPr id="621" name="Google Shape;621;p122"/>
          <p:cNvSpPr txBox="1"/>
          <p:nvPr/>
        </p:nvSpPr>
        <p:spPr>
          <a:xfrm>
            <a:off x="548640" y="2845307"/>
            <a:ext cx="5387187" cy="2130552"/>
          </a:xfrm>
          <a:prstGeom prst="rect">
            <a:avLst/>
          </a:prstGeom>
          <a:noFill/>
          <a:ln>
            <a:noFill/>
          </a:ln>
        </p:spPr>
        <p:txBody>
          <a:bodyPr anchorCtr="0" anchor="t" bIns="128000" lIns="182875" spcFirstLastPara="1" rIns="182875" wrap="square" tIns="128000">
            <a:noAutofit/>
          </a:bodyPr>
          <a:lstStyle/>
          <a:p>
            <a:pPr indent="-292608" lvl="0" marL="292608" marR="0" rtl="0" algn="l">
              <a:lnSpc>
                <a:spcPct val="100000"/>
              </a:lnSpc>
              <a:spcBef>
                <a:spcPts val="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Tenant leak: incident, disclosure, pattern hunt</a:t>
            </a:r>
            <a:endParaRPr/>
          </a:p>
          <a:p>
            <a:pPr indent="-292608" lvl="0" marL="292608" marR="0" rtl="0" algn="l">
              <a:lnSpc>
                <a:spcPct val="100000"/>
              </a:lnSpc>
              <a:spcBef>
                <a:spcPts val="60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Lost session: two migration heads, blocked deploy</a:t>
            </a:r>
            <a:endParaRPr/>
          </a:p>
          <a:p>
            <a:pPr indent="-292608" lvl="0" marL="292608" marR="0" rtl="0" algn="l">
              <a:lnSpc>
                <a:spcPct val="100000"/>
              </a:lnSpc>
              <a:spcBef>
                <a:spcPts val="60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Scope creep: regression in an older feature</a:t>
            </a:r>
            <a:endParaRPr/>
          </a:p>
          <a:p>
            <a:pPr indent="-292608" lvl="0" marL="292608" marR="0" rtl="0" algn="l">
              <a:lnSpc>
                <a:spcPct val="100000"/>
              </a:lnSpc>
              <a:spcBef>
                <a:spcPts val="60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False "done": review rests on trust</a:t>
            </a:r>
            <a:endParaRPr/>
          </a:p>
        </p:txBody>
      </p:sp>
      <p:sp>
        <p:nvSpPr>
          <p:cNvPr id="622" name="Google Shape;622;p122"/>
          <p:cNvSpPr/>
          <p:nvPr/>
        </p:nvSpPr>
        <p:spPr>
          <a:xfrm>
            <a:off x="6255867" y="2342388"/>
            <a:ext cx="5387187" cy="2633472"/>
          </a:xfrm>
          <a:prstGeom prst="roundRect">
            <a:avLst>
              <a:gd fmla="val 4166"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3" name="Google Shape;623;p122"/>
          <p:cNvSpPr/>
          <p:nvPr/>
        </p:nvSpPr>
        <p:spPr>
          <a:xfrm>
            <a:off x="6255867" y="2735579"/>
            <a:ext cx="5387187" cy="109728"/>
          </a:xfrm>
          <a:prstGeom prst="rect">
            <a:avLst/>
          </a:prstGeom>
          <a:solidFill>
            <a:srgbClr val="3896D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4" name="Google Shape;624;p122"/>
          <p:cNvSpPr/>
          <p:nvPr/>
        </p:nvSpPr>
        <p:spPr>
          <a:xfrm>
            <a:off x="6255867" y="2342388"/>
            <a:ext cx="5387187" cy="502920"/>
          </a:xfrm>
          <a:prstGeom prst="roundRect">
            <a:avLst>
              <a:gd fmla="val 21818" name="adj"/>
            </a:avLst>
          </a:prstGeom>
          <a:solidFill>
            <a:srgbClr val="3896D2"/>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What a harness costs</a:t>
            </a:r>
            <a:endParaRPr/>
          </a:p>
        </p:txBody>
      </p:sp>
      <p:sp>
        <p:nvSpPr>
          <p:cNvPr id="625" name="Google Shape;625;p122"/>
          <p:cNvSpPr txBox="1"/>
          <p:nvPr/>
        </p:nvSpPr>
        <p:spPr>
          <a:xfrm>
            <a:off x="6255867" y="2845307"/>
            <a:ext cx="5387187" cy="2130552"/>
          </a:xfrm>
          <a:prstGeom prst="rect">
            <a:avLst/>
          </a:prstGeom>
          <a:noFill/>
          <a:ln>
            <a:noFill/>
          </a:ln>
        </p:spPr>
        <p:txBody>
          <a:bodyPr anchorCtr="0" anchor="t" bIns="128000" lIns="182875" spcFirstLastPara="1" rIns="182875" wrap="square" tIns="128000">
            <a:noAutofit/>
          </a:bodyPr>
          <a:lstStyle/>
          <a:p>
            <a:pPr indent="-292608" lvl="0" marL="292608" marR="0" rtl="0" algn="l">
              <a:lnSpc>
                <a:spcPct val="100000"/>
              </a:lnSpc>
              <a:spcBef>
                <a:spcPts val="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More turns per run</a:t>
            </a:r>
            <a:endParaRPr/>
          </a:p>
          <a:p>
            <a:pPr indent="-292608" lvl="0" marL="292608" marR="0" rtl="0" algn="l">
              <a:lnSpc>
                <a:spcPct val="100000"/>
              </a:lnSpc>
              <a:spcBef>
                <a:spcPts val="60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Median 302 s against 190 s per arm</a:t>
            </a:r>
            <a:endParaRPr/>
          </a:p>
          <a:p>
            <a:pPr indent="-292608" lvl="0" marL="292608" marR="0" rtl="0" algn="l">
              <a:lnSpc>
                <a:spcPct val="100000"/>
              </a:lnSpc>
              <a:spcBef>
                <a:spcPts val="600"/>
              </a:spcBef>
              <a:spcAft>
                <a:spcPts val="0"/>
              </a:spcAft>
              <a:buClr>
                <a:srgbClr val="324158"/>
              </a:buClr>
              <a:buSzPts val="1800"/>
              <a:buFont typeface="Arial"/>
              <a:buChar char="•"/>
            </a:pPr>
            <a:r>
              <a:rPr b="0" i="0" lang="en-US" sz="1800" u="none" cap="none" strike="noStrike">
                <a:solidFill>
                  <a:srgbClr val="324158"/>
                </a:solidFill>
                <a:latin typeface="Fira Sans"/>
                <a:ea typeface="Fira Sans"/>
                <a:cs typeface="Fira Sans"/>
                <a:sym typeface="Fira Sans"/>
              </a:rPr>
              <a:t>Median $0.0123 against $0.0103 per arm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23"/>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Why We Need a Harness:</a:t>
            </a:r>
            <a:r>
              <a:rPr b="1" i="0" lang="en-US" sz="3000">
                <a:solidFill>
                  <a:srgbClr val="FFFFFF"/>
                </a:solidFill>
                <a:latin typeface="Fira Sans"/>
                <a:ea typeface="Fira Sans"/>
                <a:cs typeface="Fira Sans"/>
                <a:sym typeface="Fira Sans"/>
              </a:rPr>
              <a:t> The 4 Critical Gaps</a:t>
            </a:r>
            <a:endParaRPr/>
          </a:p>
        </p:txBody>
      </p:sp>
      <p:sp>
        <p:nvSpPr>
          <p:cNvPr id="631" name="Google Shape;631;p123"/>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Each story has a cause, and each cause gets one layer.</a:t>
            </a:r>
            <a:endParaRPr/>
          </a:p>
        </p:txBody>
      </p:sp>
      <p:sp>
        <p:nvSpPr>
          <p:cNvPr id="632" name="Google Shape;632;p123"/>
          <p:cNvSpPr/>
          <p:nvPr/>
        </p:nvSpPr>
        <p:spPr>
          <a:xfrm>
            <a:off x="548640" y="1496957"/>
            <a:ext cx="11094415" cy="3665964"/>
          </a:xfrm>
          <a:prstGeom prst="roundRect">
            <a:avLst>
              <a:gd fmla="val 2993"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stories-causes-layers: The stories-causes-layers diagram, three columns left to right: four stories (Monday to Thursday), four causes, four layers. One row per gap." id="633" name="Google Shape;633;p123"/>
          <p:cNvPicPr preferRelativeResize="0"/>
          <p:nvPr/>
        </p:nvPicPr>
        <p:blipFill rotWithShape="1">
          <a:blip r:embed="rId3">
            <a:alphaModFix/>
          </a:blip>
          <a:srcRect b="0" l="0" r="0" t="0"/>
          <a:stretch/>
        </p:blipFill>
        <p:spPr>
          <a:xfrm>
            <a:off x="594360" y="1542677"/>
            <a:ext cx="11002975" cy="3574524"/>
          </a:xfrm>
          <a:prstGeom prst="rect">
            <a:avLst/>
          </a:prstGeom>
          <a:noFill/>
          <a:ln>
            <a:noFill/>
          </a:ln>
        </p:spPr>
      </p:pic>
      <p:sp>
        <p:nvSpPr>
          <p:cNvPr id="634" name="Google Shape;634;p123"/>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One layer per cause: instructions, state, scope and sandbox, verification.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124"/>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TeamTrack:</a:t>
            </a:r>
            <a:r>
              <a:rPr b="1" i="0" lang="en-US" sz="3000">
                <a:solidFill>
                  <a:srgbClr val="FFFFFF"/>
                </a:solidFill>
                <a:latin typeface="Fira Sans"/>
                <a:ea typeface="Fira Sans"/>
                <a:cs typeface="Fira Sans"/>
                <a:sym typeface="Fira Sans"/>
              </a:rPr>
              <a:t> The data model</a:t>
            </a:r>
            <a:endParaRPr/>
          </a:p>
        </p:txBody>
      </p:sp>
      <p:sp>
        <p:nvSpPr>
          <p:cNvPr id="640" name="Google Shape;640;p124"/>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Seven tables; two demo orgs, Acme and Globex.</a:t>
            </a:r>
            <a:endParaRPr/>
          </a:p>
        </p:txBody>
      </p:sp>
      <p:sp>
        <p:nvSpPr>
          <p:cNvPr id="641" name="Google Shape;641;p124"/>
          <p:cNvSpPr/>
          <p:nvPr/>
        </p:nvSpPr>
        <p:spPr>
          <a:xfrm>
            <a:off x="548640" y="1401366"/>
            <a:ext cx="11094415" cy="3857147"/>
          </a:xfrm>
          <a:prstGeom prst="roundRect">
            <a:avLst>
              <a:gd fmla="val 2844"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teamtrack-data-model: The teamtrack-data-model diagram: orgs, users, projects, project_members, issues, audit_log, idempotency_keys, with org_id highlighted on every tenant-owned table." id="642" name="Google Shape;642;p124"/>
          <p:cNvPicPr preferRelativeResize="0"/>
          <p:nvPr/>
        </p:nvPicPr>
        <p:blipFill rotWithShape="1">
          <a:blip r:embed="rId3">
            <a:alphaModFix/>
          </a:blip>
          <a:srcRect b="0" l="0" r="0" t="0"/>
          <a:stretch/>
        </p:blipFill>
        <p:spPr>
          <a:xfrm>
            <a:off x="594360" y="1447086"/>
            <a:ext cx="11002975" cy="3765707"/>
          </a:xfrm>
          <a:prstGeom prst="rect">
            <a:avLst/>
          </a:prstGeom>
          <a:noFill/>
          <a:ln>
            <a:noFill/>
          </a:ln>
        </p:spPr>
      </p:pic>
      <p:sp>
        <p:nvSpPr>
          <p:cNvPr id="643" name="Google Shape;643;p124"/>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Every tenant-owned row carries org_id.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25"/>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House rules:</a:t>
            </a:r>
            <a:r>
              <a:rPr b="1" i="0" lang="en-US" sz="3000">
                <a:solidFill>
                  <a:srgbClr val="FFFFFF"/>
                </a:solidFill>
                <a:latin typeface="Fira Sans"/>
                <a:ea typeface="Fira Sans"/>
                <a:cs typeface="Fira Sans"/>
                <a:sym typeface="Fira Sans"/>
              </a:rPr>
              <a:t> seven rules in plain words</a:t>
            </a:r>
            <a:endParaRPr/>
          </a:p>
        </p:txBody>
      </p:sp>
      <p:sp>
        <p:nvSpPr>
          <p:cNvPr id="649" name="Google Shape;649;p125"/>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TeamTrack's handbook rules; both arms get all seven.</a:t>
            </a:r>
            <a:endParaRPr/>
          </a:p>
        </p:txBody>
      </p:sp>
      <p:graphicFrame>
        <p:nvGraphicFramePr>
          <p:cNvPr id="650" name="Google Shape;650;p125"/>
          <p:cNvGraphicFramePr/>
          <p:nvPr/>
        </p:nvGraphicFramePr>
        <p:xfrm>
          <a:off x="548640" y="2104644"/>
          <a:ext cx="3000000" cy="3000000"/>
        </p:xfrm>
        <a:graphic>
          <a:graphicData uri="http://schemas.openxmlformats.org/drawingml/2006/table">
            <a:tbl>
              <a:tblPr firstRow="1">
                <a:noFill/>
                <a:tableStyleId>{01364A0A-BACB-46D7-832C-BCCBC61AE77F}</a:tableStyleId>
              </a:tblPr>
              <a:tblGrid>
                <a:gridCol w="3741250"/>
                <a:gridCol w="7353150"/>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House rule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TeamTrack example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1: Tenant isolation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Another org's issue answers 404, never 403</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2: Roles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 viewer's POST, PATCH or DELETE gets 403</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3: API conventions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Lists return items and next_cursor</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4: Safe retries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Same Idempotency-Key, one new project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5: Audit log</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Every write adds exactly one audit row</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6: Layering</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app/api never imports app/db</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 rule 7: Migrations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One Alembic head, fresh upgrade works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126"/>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How We'll Measure:</a:t>
            </a:r>
            <a:r>
              <a:rPr b="1" i="0" lang="en-US" sz="3000">
                <a:solidFill>
                  <a:srgbClr val="FFFFFF"/>
                </a:solidFill>
                <a:latin typeface="Fira Sans"/>
                <a:ea typeface="Fira Sans"/>
                <a:cs typeface="Fira Sans"/>
                <a:sym typeface="Fira Sans"/>
              </a:rPr>
              <a:t> Same ticket, two arms, one referee</a:t>
            </a:r>
            <a:endParaRPr/>
          </a:p>
        </p:txBody>
      </p:sp>
      <p:sp>
        <p:nvSpPr>
          <p:cNvPr id="656" name="Google Shape;656;p126"/>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Bare arm and harness arm get the same agent, model, ticket, tools, budgets, and sandbox.</a:t>
            </a:r>
            <a:endParaRPr/>
          </a:p>
        </p:txBody>
      </p:sp>
      <p:sp>
        <p:nvSpPr>
          <p:cNvPr id="657" name="Google Shape;657;p126"/>
          <p:cNvSpPr/>
          <p:nvPr/>
        </p:nvSpPr>
        <p:spPr>
          <a:xfrm>
            <a:off x="548640" y="1466086"/>
            <a:ext cx="11094415" cy="3727707"/>
          </a:xfrm>
          <a:prstGeom prst="roundRect">
            <a:avLst>
              <a:gd fmla="val 2943"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ab-referee: The full ab-referee diagram: one ticket splitting into two arms in identical sandboxes, both feeding one referee in a fresh container, which writes the primary verdict first, then the full verdict, to the console." id="658" name="Google Shape;658;p126"/>
          <p:cNvPicPr preferRelativeResize="0"/>
          <p:nvPr/>
        </p:nvPicPr>
        <p:blipFill rotWithShape="1">
          <a:blip r:embed="rId3">
            <a:alphaModFix/>
          </a:blip>
          <a:srcRect b="0" l="0" r="0" t="0"/>
          <a:stretch/>
        </p:blipFill>
        <p:spPr>
          <a:xfrm>
            <a:off x="594360" y="1511806"/>
            <a:ext cx="11002975" cy="3636267"/>
          </a:xfrm>
          <a:prstGeom prst="rect">
            <a:avLst/>
          </a:prstGeom>
          <a:noFill/>
          <a:ln>
            <a:noFill/>
          </a:ln>
        </p:spPr>
      </p:pic>
      <p:sp>
        <p:nvSpPr>
          <p:cNvPr id="659" name="Google Shape;659;p126"/>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One referee, one primary measure chosen before any run, counts per arm.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27"/>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Glossary:</a:t>
            </a:r>
            <a:r>
              <a:rPr b="1" i="0" lang="en-US" sz="3000">
                <a:solidFill>
                  <a:srgbClr val="FFFFFF"/>
                </a:solidFill>
                <a:latin typeface="Fira Sans"/>
                <a:ea typeface="Fira Sans"/>
                <a:cs typeface="Fira Sans"/>
                <a:sym typeface="Fira Sans"/>
              </a:rPr>
              <a:t> the terms used in every section</a:t>
            </a:r>
            <a:endParaRPr/>
          </a:p>
        </p:txBody>
      </p:sp>
      <p:sp>
        <p:nvSpPr>
          <p:cNvPr id="665" name="Google Shape;665;p127"/>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One line per term; come back here when a word is new.</a:t>
            </a:r>
            <a:endParaRPr/>
          </a:p>
        </p:txBody>
      </p:sp>
      <p:graphicFrame>
        <p:nvGraphicFramePr>
          <p:cNvPr id="666" name="Google Shape;666;p127"/>
          <p:cNvGraphicFramePr/>
          <p:nvPr/>
        </p:nvGraphicFramePr>
        <p:xfrm>
          <a:off x="548640" y="1677924"/>
          <a:ext cx="3000000" cy="3000000"/>
        </p:xfrm>
        <a:graphic>
          <a:graphicData uri="http://schemas.openxmlformats.org/drawingml/2006/table">
            <a:tbl>
              <a:tblPr firstRow="1">
                <a:noFill/>
                <a:tableStyleId>{01364A0A-BACB-46D7-832C-BCCBC61AE77F}</a:tableStyleId>
              </a:tblPr>
              <a:tblGrid>
                <a:gridCol w="1664150"/>
                <a:gridCol w="3439275"/>
                <a:gridCol w="2107950"/>
                <a:gridCol w="3883050"/>
              </a:tblGrid>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Fira Sans"/>
                          <a:ea typeface="Fira Sans"/>
                          <a:cs typeface="Fira Sans"/>
                          <a:sym typeface="Fira Sans"/>
                        </a:rPr>
                        <a:t>Term</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Fira Sans"/>
                          <a:ea typeface="Fira Sans"/>
                          <a:cs typeface="Fira Sans"/>
                          <a:sym typeface="Fira Sans"/>
                        </a:rPr>
                        <a:t>Meaning</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Fira Sans"/>
                          <a:ea typeface="Fira Sans"/>
                          <a:cs typeface="Fira Sans"/>
                          <a:sym typeface="Fira Sans"/>
                        </a:rPr>
                        <a:t>Term</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Fira Sans"/>
                          <a:ea typeface="Fira Sans"/>
                          <a:cs typeface="Fira Sans"/>
                          <a:sym typeface="Fira Sans"/>
                        </a:rPr>
                        <a:t>Meaning</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Arm</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One agent run, bare or harness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Tenant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One customer org and its data</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Referee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Scores a run after the agent stops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Idempotent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A retry has no second effect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Primary measure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One question, chosen before any run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Optimistic concurrency</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Stale save gets 412</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Hidden tests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Never seen by the agent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Alembic head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Newest migration; two block upgrades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Mutant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Code with one planted fault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Context reset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Fresh session plus written handoff</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Allowed paths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Files a phase may change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Compaction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Old context squeezed to a summary</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Gate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Checks run when the agent says done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Glob</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Path pattern; ** spans folders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57625">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Harness in action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Harness arm alone, live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Least privilege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24158"/>
                          </a:solidFill>
                          <a:latin typeface="Fira Sans"/>
                          <a:ea typeface="Fira Sans"/>
                          <a:cs typeface="Fira Sans"/>
                          <a:sym typeface="Fira Sans"/>
                        </a:rPr>
                        <a:t>Only the access the task needs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128"/>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Failure story:</a:t>
            </a:r>
            <a:r>
              <a:rPr b="1" i="0" lang="en-US" sz="3000">
                <a:solidFill>
                  <a:srgbClr val="FFFFFF"/>
                </a:solidFill>
                <a:latin typeface="Fira Sans"/>
                <a:ea typeface="Fira Sans"/>
                <a:cs typeface="Fira Sans"/>
                <a:sym typeface="Fira Sans"/>
              </a:rPr>
              <a:t> The search that showed another org</a:t>
            </a:r>
            <a:endParaRPr/>
          </a:p>
        </p:txBody>
      </p:sp>
      <p:sp>
        <p:nvSpPr>
          <p:cNvPr id="672" name="Google Shape;672;p128"/>
          <p:cNvSpPr txBox="1"/>
          <p:nvPr/>
        </p:nvSpPr>
        <p:spPr>
          <a:xfrm>
            <a:off x="548640" y="1599446"/>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An illustrative ticket: Feature 1: Org-wide issue search, GET /issues</a:t>
            </a:r>
            <a:endParaRPr/>
          </a:p>
        </p:txBody>
      </p:sp>
      <p:sp>
        <p:nvSpPr>
          <p:cNvPr id="673" name="Google Shape;673;p128"/>
          <p:cNvSpPr/>
          <p:nvPr/>
        </p:nvSpPr>
        <p:spPr>
          <a:xfrm>
            <a:off x="548639"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Agent finds list_all_legacy next door</a:t>
            </a:r>
            <a:endParaRPr/>
          </a:p>
        </p:txBody>
      </p:sp>
      <p:sp>
        <p:nvSpPr>
          <p:cNvPr id="674" name="Google Shape;674;p128"/>
          <p:cNvSpPr/>
          <p:nvPr/>
        </p:nvSpPr>
        <p:spPr>
          <a:xfrm>
            <a:off x="731519"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1</a:t>
            </a:r>
            <a:endParaRPr/>
          </a:p>
        </p:txBody>
      </p:sp>
      <p:cxnSp>
        <p:nvCxnSpPr>
          <p:cNvPr id="675" name="Google Shape;675;p128"/>
          <p:cNvCxnSpPr/>
          <p:nvPr/>
        </p:nvCxnSpPr>
        <p:spPr>
          <a:xfrm>
            <a:off x="2621219"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676" name="Google Shape;676;p128"/>
          <p:cNvSpPr/>
          <p:nvPr/>
        </p:nvSpPr>
        <p:spPr>
          <a:xfrm>
            <a:off x="2813243"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Copies it: short, already paginates</a:t>
            </a:r>
            <a:endParaRPr/>
          </a:p>
        </p:txBody>
      </p:sp>
      <p:sp>
        <p:nvSpPr>
          <p:cNvPr id="677" name="Google Shape;677;p128"/>
          <p:cNvSpPr/>
          <p:nvPr/>
        </p:nvSpPr>
        <p:spPr>
          <a:xfrm>
            <a:off x="2996123"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2</a:t>
            </a:r>
            <a:endParaRPr/>
          </a:p>
        </p:txBody>
      </p:sp>
      <p:cxnSp>
        <p:nvCxnSpPr>
          <p:cNvPr id="678" name="Google Shape;678;p128"/>
          <p:cNvCxnSpPr/>
          <p:nvPr/>
        </p:nvCxnSpPr>
        <p:spPr>
          <a:xfrm>
            <a:off x="4885822"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679" name="Google Shape;679;p128"/>
          <p:cNvSpPr/>
          <p:nvPr/>
        </p:nvSpPr>
        <p:spPr>
          <a:xfrm>
            <a:off x="5077846"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Tests create one org, so they pass</a:t>
            </a:r>
            <a:endParaRPr/>
          </a:p>
        </p:txBody>
      </p:sp>
      <p:sp>
        <p:nvSpPr>
          <p:cNvPr id="680" name="Google Shape;680;p128"/>
          <p:cNvSpPr/>
          <p:nvPr/>
        </p:nvSpPr>
        <p:spPr>
          <a:xfrm>
            <a:off x="5260726"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3</a:t>
            </a:r>
            <a:endParaRPr/>
          </a:p>
        </p:txBody>
      </p:sp>
      <p:cxnSp>
        <p:nvCxnSpPr>
          <p:cNvPr id="681" name="Google Shape;681;p128"/>
          <p:cNvCxnSpPr/>
          <p:nvPr/>
        </p:nvCxnSpPr>
        <p:spPr>
          <a:xfrm>
            <a:off x="7150425"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682" name="Google Shape;682;p128"/>
          <p:cNvSpPr/>
          <p:nvPr/>
        </p:nvSpPr>
        <p:spPr>
          <a:xfrm>
            <a:off x="7342449"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Review approves: looks like the file</a:t>
            </a:r>
            <a:endParaRPr/>
          </a:p>
        </p:txBody>
      </p:sp>
      <p:sp>
        <p:nvSpPr>
          <p:cNvPr id="683" name="Google Shape;683;p128"/>
          <p:cNvSpPr/>
          <p:nvPr/>
        </p:nvSpPr>
        <p:spPr>
          <a:xfrm>
            <a:off x="7525329"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4</a:t>
            </a:r>
            <a:endParaRPr/>
          </a:p>
        </p:txBody>
      </p:sp>
      <p:cxnSp>
        <p:nvCxnSpPr>
          <p:cNvPr id="684" name="Google Shape;684;p128"/>
          <p:cNvCxnSpPr/>
          <p:nvPr/>
        </p:nvCxnSpPr>
        <p:spPr>
          <a:xfrm>
            <a:off x="9415028"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685" name="Google Shape;685;p128"/>
          <p:cNvSpPr/>
          <p:nvPr/>
        </p:nvSpPr>
        <p:spPr>
          <a:xfrm>
            <a:off x="9607052" y="2671572"/>
            <a:ext cx="2036003" cy="1975104"/>
          </a:xfrm>
          <a:prstGeom prst="roundRect">
            <a:avLst>
              <a:gd fmla="val 5555" name="adj"/>
            </a:avLst>
          </a:prstGeom>
          <a:solidFill>
            <a:srgbClr val="F0F3F6"/>
          </a:solidFill>
          <a:ln cap="flat" cmpd="sng" w="38100">
            <a:solidFill>
              <a:srgbClr val="E46962"/>
            </a:solidFill>
            <a:prstDash val="solid"/>
            <a:round/>
            <a:headEnd len="sm" w="sm" type="none"/>
            <a:tailEnd len="sm" w="sm" type="none"/>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After release: Acme sees Globex issues</a:t>
            </a:r>
            <a:endParaRPr/>
          </a:p>
        </p:txBody>
      </p:sp>
      <p:sp>
        <p:nvSpPr>
          <p:cNvPr id="686" name="Google Shape;686;p128"/>
          <p:cNvSpPr/>
          <p:nvPr/>
        </p:nvSpPr>
        <p:spPr>
          <a:xfrm>
            <a:off x="9789932" y="2799588"/>
            <a:ext cx="512064" cy="512064"/>
          </a:xfrm>
          <a:prstGeom prst="ellipse">
            <a:avLst/>
          </a:prstGeom>
          <a:solidFill>
            <a:srgbClr val="E4696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129"/>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Instructions:</a:t>
            </a:r>
            <a:r>
              <a:rPr b="1" i="0" lang="en-US" sz="3000">
                <a:solidFill>
                  <a:srgbClr val="FFFFFF"/>
                </a:solidFill>
                <a:latin typeface="Fira Sans"/>
                <a:ea typeface="Fira Sans"/>
                <a:cs typeface="Fira Sans"/>
                <a:sym typeface="Fira Sans"/>
              </a:rPr>
              <a:t> Why not paste every rule?</a:t>
            </a:r>
            <a:endParaRPr/>
          </a:p>
        </p:txBody>
      </p:sp>
      <p:sp>
        <p:nvSpPr>
          <p:cNvPr id="692" name="Google Shape;692;p129"/>
          <p:cNvSpPr txBox="1"/>
          <p:nvPr/>
        </p:nvSpPr>
        <p:spPr>
          <a:xfrm>
            <a:off x="548640" y="975283"/>
            <a:ext cx="11094300" cy="6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tenant rule is in docs/HANDBOOK.md and both arms can open it. Can we paste every rule into the prompt?</a:t>
            </a:r>
            <a:endParaRPr/>
          </a:p>
        </p:txBody>
      </p:sp>
      <p:sp>
        <p:nvSpPr>
          <p:cNvPr id="693" name="Google Shape;693;p129"/>
          <p:cNvSpPr/>
          <p:nvPr/>
        </p:nvSpPr>
        <p:spPr>
          <a:xfrm>
            <a:off x="548640" y="1856069"/>
            <a:ext cx="11094415" cy="965199"/>
          </a:xfrm>
          <a:prstGeom prst="roundRect">
            <a:avLst>
              <a:gd fmla="val 11368" name="adj"/>
            </a:avLst>
          </a:prstGeom>
          <a:solidFill>
            <a:srgbClr val="F0F3F6"/>
          </a:solidFill>
          <a:ln cap="flat" cmpd="sng" w="38100">
            <a:solidFill>
              <a:srgbClr val="FFAB40"/>
            </a:solidFill>
            <a:prstDash val="solid"/>
            <a:round/>
            <a:headEnd len="sm" w="sm" type="none"/>
            <a:tailEnd len="sm" w="sm" type="none"/>
          </a:ln>
        </p:spPr>
        <p:txBody>
          <a:bodyPr anchorCtr="0" anchor="ctr" bIns="182875" lIns="274300" spcFirstLastPara="1" rIns="274300" wrap="square" tIns="18287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KEY IDEA</a:t>
            </a:r>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Not as the main mechanism: give the agent a map, not a manual.</a:t>
            </a:r>
            <a:endParaRPr/>
          </a:p>
        </p:txBody>
      </p:sp>
      <p:sp>
        <p:nvSpPr>
          <p:cNvPr id="694" name="Google Shape;694;p129"/>
          <p:cNvSpPr/>
          <p:nvPr/>
        </p:nvSpPr>
        <p:spPr>
          <a:xfrm>
            <a:off x="1188720" y="3409370"/>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It crowds out the task and the code</a:t>
            </a:r>
            <a:endParaRPr/>
          </a:p>
        </p:txBody>
      </p:sp>
      <p:sp>
        <p:nvSpPr>
          <p:cNvPr id="695" name="Google Shape;695;p129"/>
          <p:cNvSpPr/>
          <p:nvPr/>
        </p:nvSpPr>
        <p:spPr>
          <a:xfrm>
            <a:off x="548640" y="3445946"/>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1</a:t>
            </a:r>
            <a:endParaRPr/>
          </a:p>
        </p:txBody>
      </p:sp>
      <p:sp>
        <p:nvSpPr>
          <p:cNvPr id="696" name="Google Shape;696;p129"/>
          <p:cNvSpPr/>
          <p:nvPr/>
        </p:nvSpPr>
        <p:spPr>
          <a:xfrm>
            <a:off x="1188720" y="4322998"/>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Too much guidance becomes non-guidance</a:t>
            </a:r>
            <a:endParaRPr/>
          </a:p>
        </p:txBody>
      </p:sp>
      <p:sp>
        <p:nvSpPr>
          <p:cNvPr id="697" name="Google Shape;697;p129"/>
          <p:cNvSpPr/>
          <p:nvPr/>
        </p:nvSpPr>
        <p:spPr>
          <a:xfrm>
            <a:off x="548640" y="4359574"/>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2</a:t>
            </a:r>
            <a:endParaRPr/>
          </a:p>
        </p:txBody>
      </p:sp>
      <p:sp>
        <p:nvSpPr>
          <p:cNvPr id="698" name="Google Shape;698;p129"/>
          <p:cNvSpPr/>
          <p:nvPr/>
        </p:nvSpPr>
        <p:spPr>
          <a:xfrm>
            <a:off x="1188720" y="5236626"/>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It goes stale; no script checks it</a:t>
            </a:r>
            <a:endParaRPr/>
          </a:p>
        </p:txBody>
      </p:sp>
      <p:sp>
        <p:nvSpPr>
          <p:cNvPr id="699" name="Google Shape;699;p129"/>
          <p:cNvSpPr/>
          <p:nvPr/>
        </p:nvSpPr>
        <p:spPr>
          <a:xfrm>
            <a:off x="548640" y="5273202"/>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130"/>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1) A map, not a manual</a:t>
            </a:r>
            <a:endParaRPr/>
          </a:p>
        </p:txBody>
      </p:sp>
      <p:sp>
        <p:nvSpPr>
          <p:cNvPr id="705" name="Google Shape;705;p130"/>
          <p:cNvSpPr txBox="1"/>
          <p:nvPr/>
        </p:nvSpPr>
        <p:spPr>
          <a:xfrm>
            <a:off x="548790" y="90543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AGENTS.md is a table of contents: about 100 lines, always in context.</a:t>
            </a:r>
            <a:endParaRPr/>
          </a:p>
        </p:txBody>
      </p:sp>
      <p:sp>
        <p:nvSpPr>
          <p:cNvPr id="706" name="Google Shape;706;p130"/>
          <p:cNvSpPr/>
          <p:nvPr/>
        </p:nvSpPr>
        <p:spPr>
          <a:xfrm>
            <a:off x="548640" y="1411568"/>
            <a:ext cx="11094415" cy="3836742"/>
          </a:xfrm>
          <a:prstGeom prst="roundRect">
            <a:avLst>
              <a:gd fmla="val 2859"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manual-vs-map: The manual-vs-map diagram: on the left one tall 899-line file with the tenant rule buried in the middle; on the right a short map with arrows to platform/teamtrack/harness/instructions/docs/SECURITY.md, ARCHITECTURE.md, and the add-endpoint skill." id="707" name="Google Shape;707;p130"/>
          <p:cNvPicPr preferRelativeResize="0"/>
          <p:nvPr/>
        </p:nvPicPr>
        <p:blipFill rotWithShape="1">
          <a:blip r:embed="rId3">
            <a:alphaModFix/>
          </a:blip>
          <a:srcRect b="0" l="0" r="0" t="0"/>
          <a:stretch/>
        </p:blipFill>
        <p:spPr>
          <a:xfrm>
            <a:off x="594360" y="1457288"/>
            <a:ext cx="11002975" cy="3745302"/>
          </a:xfrm>
          <a:prstGeom prst="rect">
            <a:avLst/>
          </a:prstGeom>
          <a:noFill/>
          <a:ln>
            <a:noFill/>
          </a:ln>
        </p:spPr>
      </p:pic>
      <p:sp>
        <p:nvSpPr>
          <p:cNvPr id="708" name="Google Shape;708;p130"/>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The map says where each rule lives; it does not hold the rules.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131"/>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2) Progressive disclosure:</a:t>
            </a:r>
            <a:r>
              <a:rPr b="1" i="0" lang="en-US" sz="3000">
                <a:solidFill>
                  <a:srgbClr val="FFFFFF"/>
                </a:solidFill>
                <a:latin typeface="Fira Sans"/>
                <a:ea typeface="Fira Sans"/>
                <a:cs typeface="Fira Sans"/>
                <a:sym typeface="Fira Sans"/>
              </a:rPr>
              <a:t> skills load in three tiers</a:t>
            </a:r>
            <a:endParaRPr/>
          </a:p>
        </p:txBody>
      </p:sp>
      <p:sp>
        <p:nvSpPr>
          <p:cNvPr id="714" name="Google Shape;714;p131"/>
          <p:cNvSpPr txBox="1"/>
          <p:nvPr/>
        </p:nvSpPr>
        <p:spPr>
          <a:xfrm>
            <a:off x="548790" y="836346"/>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 small entry point first; the details only when the task needs them.</a:t>
            </a:r>
            <a:endParaRPr/>
          </a:p>
        </p:txBody>
      </p:sp>
      <p:sp>
        <p:nvSpPr>
          <p:cNvPr id="715" name="Google Shape;715;p131"/>
          <p:cNvSpPr/>
          <p:nvPr/>
        </p:nvSpPr>
        <p:spPr>
          <a:xfrm>
            <a:off x="548640" y="1273398"/>
            <a:ext cx="11094415" cy="3838763"/>
          </a:xfrm>
          <a:prstGeom prst="roundRect">
            <a:avLst>
              <a:gd fmla="val 2858"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skills-three-tiers: The skills-three-tiers diagram: three stacked bands growing in size, &quot;always in context&quot; on tier 1, &quot;on disk&quot; on tiers 2 and 3, with the add-endpoint skill as the example in each band." id="716" name="Google Shape;716;p131"/>
          <p:cNvPicPr preferRelativeResize="0"/>
          <p:nvPr/>
        </p:nvPicPr>
        <p:blipFill rotWithShape="1">
          <a:blip r:embed="rId3">
            <a:alphaModFix/>
          </a:blip>
          <a:srcRect b="0" l="0" r="0" t="0"/>
          <a:stretch/>
        </p:blipFill>
        <p:spPr>
          <a:xfrm>
            <a:off x="594360" y="1319118"/>
            <a:ext cx="11002975" cy="3747323"/>
          </a:xfrm>
          <a:prstGeom prst="rect">
            <a:avLst/>
          </a:prstGeom>
          <a:noFill/>
          <a:ln>
            <a:noFill/>
          </a:ln>
        </p:spPr>
      </p:pic>
      <p:sp>
        <p:nvSpPr>
          <p:cNvPr id="717" name="Google Shape;717;p131"/>
          <p:cNvSpPr/>
          <p:nvPr/>
        </p:nvSpPr>
        <p:spPr>
          <a:xfrm>
            <a:off x="548640" y="5312664"/>
            <a:ext cx="11094415" cy="676656"/>
          </a:xfrm>
          <a:prstGeom prst="roundRect">
            <a:avLst>
              <a:gd fmla="val 16216"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Names and descriptions always; the body when picked; references when a step needs them.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132"/>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3) The context prefix:</a:t>
            </a:r>
            <a:r>
              <a:rPr b="1" i="0" lang="en-US" sz="3000">
                <a:solidFill>
                  <a:srgbClr val="FFFFFF"/>
                </a:solidFill>
                <a:latin typeface="Fira Sans"/>
                <a:ea typeface="Fira Sans"/>
                <a:cs typeface="Fira Sans"/>
                <a:sym typeface="Fira Sans"/>
              </a:rPr>
              <a:t> small, fixed, out of reach</a:t>
            </a:r>
            <a:endParaRPr/>
          </a:p>
        </p:txBody>
      </p:sp>
      <p:sp>
        <p:nvSpPr>
          <p:cNvPr id="723" name="Google Shape;723;p132"/>
          <p:cNvSpPr txBox="1"/>
          <p:nvPr/>
        </p:nvSpPr>
        <p:spPr>
          <a:xfrm>
            <a:off x="548640" y="853047"/>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Sent first in every session: a usage note, the whole map, the skills catalogue.</a:t>
            </a:r>
            <a:endParaRPr/>
          </a:p>
        </p:txBody>
      </p:sp>
      <p:sp>
        <p:nvSpPr>
          <p:cNvPr id="724" name="Google Shape;724;p132"/>
          <p:cNvSpPr/>
          <p:nvPr/>
        </p:nvSpPr>
        <p:spPr>
          <a:xfrm>
            <a:off x="548640" y="1411568"/>
            <a:ext cx="11094415" cy="3836742"/>
          </a:xfrm>
          <a:prstGeom prst="roundRect">
            <a:avLst>
              <a:gd fmla="val 2859"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context-prefix: The context-prefix diagram: the first message of a session as a stack (core system prompt, then the prefix: sentence, map, catalogue), with docs and skill bodies outside the stack, on disk, reached by read_file." id="725" name="Google Shape;725;p132"/>
          <p:cNvPicPr preferRelativeResize="0"/>
          <p:nvPr/>
        </p:nvPicPr>
        <p:blipFill rotWithShape="1">
          <a:blip r:embed="rId3">
            <a:alphaModFix/>
          </a:blip>
          <a:srcRect b="0" l="0" r="0" t="0"/>
          <a:stretch/>
        </p:blipFill>
        <p:spPr>
          <a:xfrm>
            <a:off x="594360" y="1457288"/>
            <a:ext cx="11002975" cy="3745302"/>
          </a:xfrm>
          <a:prstGeom prst="rect">
            <a:avLst/>
          </a:prstGeom>
          <a:noFill/>
          <a:ln>
            <a:noFill/>
          </a:ln>
        </p:spPr>
      </p:pic>
      <p:sp>
        <p:nvSpPr>
          <p:cNvPr id="726" name="Google Shape;726;p132"/>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Built once from the course's copy, so agent edits to AGENTS.md change nothing.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133"/>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4) Mechanical checks keep the map true</a:t>
            </a:r>
            <a:endParaRPr/>
          </a:p>
        </p:txBody>
      </p:sp>
      <p:sp>
        <p:nvSpPr>
          <p:cNvPr id="732" name="Google Shape;732;p133"/>
          <p:cNvSpPr txBox="1"/>
          <p:nvPr/>
        </p:nvSpPr>
        <p:spPr>
          <a:xfrm>
            <a:off x="548640" y="853047"/>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One big file can't be checked by a script. A map and focused docs can.</a:t>
            </a:r>
            <a:endParaRPr/>
          </a:p>
        </p:txBody>
      </p:sp>
      <p:sp>
        <p:nvSpPr>
          <p:cNvPr id="733" name="Google Shape;733;p133"/>
          <p:cNvSpPr/>
          <p:nvPr/>
        </p:nvSpPr>
        <p:spPr>
          <a:xfrm>
            <a:off x="548640" y="1480752"/>
            <a:ext cx="11094415" cy="3698375"/>
          </a:xfrm>
          <a:prstGeom prst="roundRect">
            <a:avLst>
              <a:gd fmla="val 2966"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checker-flow: The checker-flow diagram: &quot;map + docs + skill&quot; → &quot;checker&quot; → a green terminal chip OK: 13 files, 147 links, 66 rules covered, with a red chip ERROR: broken link below it." id="734" name="Google Shape;734;p133"/>
          <p:cNvPicPr preferRelativeResize="0"/>
          <p:nvPr/>
        </p:nvPicPr>
        <p:blipFill rotWithShape="1">
          <a:blip r:embed="rId3">
            <a:alphaModFix/>
          </a:blip>
          <a:srcRect b="0" l="0" r="0" t="0"/>
          <a:stretch/>
        </p:blipFill>
        <p:spPr>
          <a:xfrm>
            <a:off x="594360" y="1526472"/>
            <a:ext cx="11002975" cy="3606935"/>
          </a:xfrm>
          <a:prstGeom prst="rect">
            <a:avLst/>
          </a:prstGeom>
          <a:noFill/>
          <a:ln>
            <a:noFill/>
          </a:ln>
        </p:spPr>
      </p:pic>
      <p:sp>
        <p:nvSpPr>
          <p:cNvPr id="735" name="Google Shape;735;p133"/>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Links resolve, each rule lives in one doc, retired rules stay out.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34"/>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Cheat Sheet:</a:t>
            </a:r>
            <a:r>
              <a:rPr b="1" i="0" lang="en-US" sz="3000">
                <a:solidFill>
                  <a:srgbClr val="FFFFFF"/>
                </a:solidFill>
                <a:latin typeface="Fira Sans"/>
                <a:ea typeface="Fira Sans"/>
                <a:cs typeface="Fira Sans"/>
                <a:sym typeface="Fira Sans"/>
              </a:rPr>
              <a:t> The instructions layer in four moves</a:t>
            </a:r>
            <a:endParaRPr/>
          </a:p>
        </p:txBody>
      </p:sp>
      <p:sp>
        <p:nvSpPr>
          <p:cNvPr id="741" name="Google Shape;741;p134"/>
          <p:cNvSpPr txBox="1"/>
          <p:nvPr/>
        </p:nvSpPr>
        <p:spPr>
          <a:xfrm>
            <a:off x="548640" y="1664208"/>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It informs. It never blocks.</a:t>
            </a:r>
            <a:endParaRPr/>
          </a:p>
        </p:txBody>
      </p:sp>
      <p:graphicFrame>
        <p:nvGraphicFramePr>
          <p:cNvPr id="742" name="Google Shape;742;p134"/>
          <p:cNvGraphicFramePr/>
          <p:nvPr/>
        </p:nvGraphicFramePr>
        <p:xfrm>
          <a:off x="548640" y="2687574"/>
          <a:ext cx="3000000" cy="3000000"/>
        </p:xfrm>
        <a:graphic>
          <a:graphicData uri="http://schemas.openxmlformats.org/drawingml/2006/table">
            <a:tbl>
              <a:tblPr firstRow="1">
                <a:noFill/>
                <a:tableStyleId>{01364A0A-BACB-46D7-832C-BCCBC61AE77F}</a:tableStyleId>
              </a:tblPr>
              <a:tblGrid>
                <a:gridCol w="1526300"/>
                <a:gridCol w="9568125"/>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Move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What it does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Map</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About 100 lines, points to docs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Disclosure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Names first, bodies on demand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Prefix</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Fixed, built from a read-only copy</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Checks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Links, rule coverage, no new facts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135"/>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2500" u="none" cap="none" strike="noStrike">
                <a:solidFill>
                  <a:srgbClr val="3896D2"/>
                </a:solidFill>
                <a:latin typeface="Fira Sans"/>
                <a:ea typeface="Fira Sans"/>
                <a:cs typeface="Fira Sans"/>
                <a:sym typeface="Fira Sans"/>
              </a:rPr>
              <a:t>Section 1: </a:t>
            </a:r>
            <a:r>
              <a:rPr b="1" i="0" lang="en-US" sz="2500" u="none" cap="none" strike="noStrike">
                <a:solidFill>
                  <a:schemeClr val="lt1"/>
                </a:solidFill>
                <a:latin typeface="Fira Sans"/>
                <a:ea typeface="Fira Sans"/>
                <a:cs typeface="Fira Sans"/>
                <a:sym typeface="Fira Sans"/>
              </a:rPr>
              <a:t>Instructions - Implementation Notes: The map at work</a:t>
            </a:r>
            <a:endParaRPr b="1" i="0" sz="3000" u="none" cap="none" strike="noStrike">
              <a:solidFill>
                <a:schemeClr val="lt1"/>
              </a:solidFill>
              <a:latin typeface="Fira Sans"/>
              <a:ea typeface="Fira Sans"/>
              <a:cs typeface="Fira Sans"/>
              <a:sym typeface="Fira Sans"/>
            </a:endParaRPr>
          </a:p>
        </p:txBody>
      </p:sp>
      <p:pic>
        <p:nvPicPr>
          <p:cNvPr id="748" name="Google Shape;748;p135"/>
          <p:cNvPicPr preferRelativeResize="0"/>
          <p:nvPr/>
        </p:nvPicPr>
        <p:blipFill rotWithShape="1">
          <a:blip r:embed="rId3">
            <a:alphaModFix/>
          </a:blip>
          <a:srcRect b="0" l="0" r="0" t="0"/>
          <a:stretch/>
        </p:blipFill>
        <p:spPr>
          <a:xfrm>
            <a:off x="2125100" y="1368767"/>
            <a:ext cx="7757549" cy="4652933"/>
          </a:xfrm>
          <a:prstGeom prst="rect">
            <a:avLst/>
          </a:prstGeom>
          <a:noFill/>
          <a:ln>
            <a:noFill/>
          </a:ln>
        </p:spPr>
      </p:pic>
      <p:sp>
        <p:nvSpPr>
          <p:cNvPr id="749" name="Google Shape;749;p135">
            <a:hlinkClick r:id="rId4"/>
          </p:cNvPr>
          <p:cNvSpPr/>
          <p:nvPr/>
        </p:nvSpPr>
        <p:spPr>
          <a:xfrm>
            <a:off x="5012075" y="3305000"/>
            <a:ext cx="1983600" cy="51060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sng" cap="none" strike="noStrike">
                <a:solidFill>
                  <a:schemeClr val="hlink"/>
                </a:solidFill>
                <a:latin typeface="Lexend Medium"/>
                <a:ea typeface="Lexend Medium"/>
                <a:cs typeface="Lexend Medium"/>
                <a:sym typeface="Lexend Medium"/>
                <a:hlinkClick r:id="rId5"/>
              </a:rPr>
              <a:t>DEMO - 1</a:t>
            </a:r>
            <a:endParaRPr b="0" i="0" sz="1400" u="sng" cap="none" strike="noStrike">
              <a:solidFill>
                <a:srgbClr val="6568F5"/>
              </a:solidFill>
              <a:latin typeface="Lexend Medium"/>
              <a:ea typeface="Lexend Medium"/>
              <a:cs typeface="Lexend Medium"/>
              <a:sym typeface="Lexend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36"/>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US" sz="1700" u="none" cap="none" strike="noStrike">
                <a:solidFill>
                  <a:schemeClr val="lt1"/>
                </a:solidFill>
                <a:latin typeface="Fira Sans"/>
                <a:ea typeface="Fira Sans"/>
                <a:cs typeface="Fira Sans"/>
                <a:sym typeface="Fira Sans"/>
              </a:rPr>
              <a:t>Ask about anything:</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Concepts from today's sections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How this applies to your work</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Implementation details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Clarifications on what we covered</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700"/>
              <a:buFont typeface="Arial"/>
              <a:buNone/>
            </a:pPr>
            <a:br>
              <a:rPr b="0"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Quick Request</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Please do not mind if a question gets skipped accidentally</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Repost politely in chat if needed</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We will try our best to cover as many questions as possible</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700"/>
              <a:buFont typeface="Arial"/>
              <a:buNone/>
            </a:pPr>
            <a:br>
              <a:rPr b="1" i="0" lang="en-US" sz="1700" u="none" cap="none" strike="noStrike">
                <a:solidFill>
                  <a:schemeClr val="lt1"/>
                </a:solidFill>
                <a:latin typeface="Fira Sans"/>
                <a:ea typeface="Fira Sans"/>
                <a:cs typeface="Fira Sans"/>
                <a:sym typeface="Fira Sans"/>
              </a:rPr>
            </a:br>
            <a:br>
              <a:rPr b="1"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Remember:</a:t>
            </a:r>
            <a:r>
              <a:rPr b="0" i="0" lang="en-US" sz="1700" u="none" cap="none" strike="noStrike">
                <a:solidFill>
                  <a:schemeClr val="lt1"/>
                </a:solidFill>
                <a:latin typeface="Fira Sans"/>
                <a:ea typeface="Fira Sans"/>
                <a:cs typeface="Fira Sans"/>
                <a:sym typeface="Fira Sans"/>
              </a:rPr>
              <a:t> </a:t>
            </a:r>
            <a:r>
              <a:rPr b="0" i="0" lang="en-US" sz="1700" u="none" cap="none" strike="noStrike">
                <a:solidFill>
                  <a:schemeClr val="accent1"/>
                </a:solidFill>
                <a:latin typeface="Fira Sans"/>
                <a:ea typeface="Fira Sans"/>
                <a:cs typeface="Fira Sans"/>
                <a:sym typeface="Fira Sans"/>
              </a:rPr>
              <a:t>If you're wondering about it, others probably are too.</a:t>
            </a:r>
            <a:endParaRPr b="0" i="0" sz="1700" u="none" cap="none" strike="noStrike">
              <a:solidFill>
                <a:schemeClr val="accent1"/>
              </a:solidFill>
              <a:latin typeface="Fira Sans"/>
              <a:ea typeface="Fira Sans"/>
              <a:cs typeface="Fira Sans"/>
              <a:sym typeface="Fira Sans"/>
            </a:endParaRPr>
          </a:p>
        </p:txBody>
      </p:sp>
      <p:sp>
        <p:nvSpPr>
          <p:cNvPr id="755" name="Google Shape;755;p136"/>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400"/>
              </a:spcBef>
              <a:spcAft>
                <a:spcPts val="400"/>
              </a:spcAft>
              <a:buClr>
                <a:schemeClr val="dk1"/>
              </a:buClr>
              <a:buSzPts val="1100"/>
              <a:buFont typeface="Arial"/>
              <a:buNone/>
            </a:pPr>
            <a:r>
              <a:rPr b="1" i="0" lang="en-US" sz="2000" u="none" cap="none" strike="noStrike">
                <a:solidFill>
                  <a:schemeClr val="accent1"/>
                </a:solidFill>
                <a:latin typeface="Fira Sans"/>
                <a:ea typeface="Fira Sans"/>
                <a:cs typeface="Fira Sans"/>
                <a:sym typeface="Fira Sans"/>
              </a:rPr>
              <a:t>No Question Is Too Small Every Question Deserves an Answer!!</a:t>
            </a:r>
            <a:endParaRPr b="1" i="0" sz="3000" u="none" cap="none" strike="noStrike">
              <a:solidFill>
                <a:srgbClr val="3896D2"/>
              </a:solidFill>
              <a:latin typeface="Fira Sans"/>
              <a:ea typeface="Fira Sans"/>
              <a:cs typeface="Fira Sans"/>
              <a:sym typeface="Fira Sans"/>
            </a:endParaRPr>
          </a:p>
        </p:txBody>
      </p:sp>
      <p:pic>
        <p:nvPicPr>
          <p:cNvPr descr="Questions and answers illustration" id="756" name="Google Shape;756;p136"/>
          <p:cNvPicPr preferRelativeResize="0"/>
          <p:nvPr/>
        </p:nvPicPr>
        <p:blipFill rotWithShape="1">
          <a:blip r:embed="rId3">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37"/>
          <p:cNvSpPr txBox="1"/>
          <p:nvPr>
            <p:ph type="title"/>
          </p:nvPr>
        </p:nvSpPr>
        <p:spPr>
          <a:xfrm>
            <a:off x="746075" y="5645554"/>
            <a:ext cx="10515600" cy="817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2500">
                <a:solidFill>
                  <a:schemeClr val="accent1"/>
                </a:solidFill>
              </a:rPr>
              <a:t>A 10-minute break is starting now. Please return when the timer ends to continue the presentation</a:t>
            </a:r>
            <a:endParaRPr b="1" sz="2500">
              <a:solidFill>
                <a:schemeClr val="accent1"/>
              </a:solidFill>
            </a:endParaRPr>
          </a:p>
        </p:txBody>
      </p:sp>
      <p:pic>
        <p:nvPicPr>
          <p:cNvPr descr="Set a timer for 10 minutes. This 10 minute timer with alarm silently counts down to 00:00 and then alerts you with a gentle alarm sound.&#10;&#10;What Is the 10 Minute Timer?&#10;If you're looking for a timer to help you stay on track with your work, a 10 minute countdown is a great option. You can use it to break up your work time into manageable chunks, and it can also help you avoid getting bogged down with one task for too long.&#10;&#10;How to Set a 10 Minute Timer&#10;There are a few different ways to set a 1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0 Minute Alarm?&#10;This timer is perfect for work or study sessions. It's also great for any activity where you want to be sure to take a break every 10 minutes, such as cooking, laundry, or working out.&#10;&#10;5 Minute Timer: https://youtu.be/qgnDbQ1aM54&#10;15 Minute Timer: https://youtu.be/tuVa27WISyo&#10;30 Minute Timer: https://youtu.be/LNYm40RmRzs&#10;&#10;------------------------------------------------------------------------&#10;&#10;Follow Us on X: https://twitter.com/onlinealarmkur&#10;Online Timer: https://onlinealarmkur.com/timer/en/&#10;&#10;------------------------------------------------------------------------" id="762" name="Google Shape;762;p137" title="10 Minute Timer">
            <a:hlinkClick r:id="rId3"/>
          </p:cNvPr>
          <p:cNvPicPr preferRelativeResize="0"/>
          <p:nvPr/>
        </p:nvPicPr>
        <p:blipFill rotWithShape="1">
          <a:blip r:embed="rId4">
            <a:alphaModFix/>
          </a:blip>
          <a:srcRect b="0" l="0" r="0" t="0"/>
          <a:stretch/>
        </p:blipFill>
        <p:spPr>
          <a:xfrm>
            <a:off x="2188327" y="1114800"/>
            <a:ext cx="7631100" cy="4292525"/>
          </a:xfrm>
          <a:prstGeom prst="rect">
            <a:avLst/>
          </a:prstGeom>
          <a:noFill/>
          <a:ln>
            <a:noFill/>
          </a:ln>
        </p:spPr>
      </p:pic>
      <p:sp>
        <p:nvSpPr>
          <p:cNvPr id="763" name="Google Shape;763;p137"/>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3000" u="none" cap="none" strike="noStrike">
                <a:solidFill>
                  <a:srgbClr val="3896D2"/>
                </a:solidFill>
                <a:latin typeface="Fira Sans"/>
                <a:ea typeface="Fira Sans"/>
                <a:cs typeface="Fira Sans"/>
                <a:sym typeface="Fira Sans"/>
              </a:rPr>
              <a:t>Time for a Break</a:t>
            </a:r>
            <a:endParaRPr b="1" i="0" sz="3000" u="none" cap="none" strike="noStrike">
              <a:solidFill>
                <a:srgbClr val="3896D2"/>
              </a:solidFill>
              <a:latin typeface="Fira Sans"/>
              <a:ea typeface="Fira Sans"/>
              <a:cs typeface="Fira Sans"/>
              <a:sym typeface="Fir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38"/>
          <p:cNvSpPr txBox="1"/>
          <p:nvPr/>
        </p:nvSpPr>
        <p:spPr>
          <a:xfrm>
            <a:off x="323533" y="113067"/>
            <a:ext cx="11360700" cy="763500"/>
          </a:xfrm>
          <a:prstGeom prst="rect">
            <a:avLst/>
          </a:prstGeom>
          <a:noFill/>
          <a:ln>
            <a:noFill/>
          </a:ln>
        </p:spPr>
        <p:txBody>
          <a:bodyPr anchorCtr="0" anchor="t" bIns="121925" lIns="121925" spcFirstLastPara="1" rIns="121925" wrap="square" tIns="121925">
            <a:noAutofit/>
          </a:bodyPr>
          <a:lstStyle/>
          <a:p>
            <a:pPr indent="0" lvl="0" marL="0" marR="0" rtl="0" algn="l">
              <a:lnSpc>
                <a:spcPct val="150000"/>
              </a:lnSpc>
              <a:spcBef>
                <a:spcPts val="0"/>
              </a:spcBef>
              <a:spcAft>
                <a:spcPts val="0"/>
              </a:spcAft>
              <a:buClr>
                <a:schemeClr val="dk1"/>
              </a:buClr>
              <a:buSzPts val="3700"/>
              <a:buFont typeface="Arial"/>
              <a:buNone/>
            </a:pPr>
            <a:r>
              <a:rPr b="1" i="0" lang="en-US" sz="3100" u="none" cap="none" strike="noStrike">
                <a:solidFill>
                  <a:srgbClr val="3896D2"/>
                </a:solidFill>
                <a:latin typeface="Fira Sans"/>
                <a:ea typeface="Fira Sans"/>
                <a:cs typeface="Fira Sans"/>
                <a:sym typeface="Fira Sans"/>
              </a:rPr>
              <a:t>Today’s Agenda</a:t>
            </a:r>
            <a:endParaRPr b="0" i="0" sz="3100" u="none" cap="none" strike="noStrike">
              <a:solidFill>
                <a:srgbClr val="3896D2"/>
              </a:solidFill>
              <a:latin typeface="Fira Sans"/>
              <a:ea typeface="Fira Sans"/>
              <a:cs typeface="Fira Sans"/>
              <a:sym typeface="Fira Sans"/>
            </a:endParaRPr>
          </a:p>
        </p:txBody>
      </p:sp>
      <p:grpSp>
        <p:nvGrpSpPr>
          <p:cNvPr id="769" name="Google Shape;769;p138"/>
          <p:cNvGrpSpPr/>
          <p:nvPr/>
        </p:nvGrpSpPr>
        <p:grpSpPr>
          <a:xfrm>
            <a:off x="6231955" y="1442558"/>
            <a:ext cx="2115727" cy="4693798"/>
            <a:chOff x="4761575" y="1076333"/>
            <a:chExt cx="1645200" cy="3657600"/>
          </a:xfrm>
        </p:grpSpPr>
        <p:sp>
          <p:nvSpPr>
            <p:cNvPr id="770" name="Google Shape;770;p138"/>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Scope and sandbox: what it may change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771" name="Google Shape;771;p138"/>
            <p:cNvSpPr/>
            <p:nvPr/>
          </p:nvSpPr>
          <p:spPr>
            <a:xfrm>
              <a:off x="5063608"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1FC2BA"/>
                  </a:solidFill>
                  <a:latin typeface="Fira Sans Medium"/>
                  <a:ea typeface="Fira Sans Medium"/>
                  <a:cs typeface="Fira Sans Medium"/>
                  <a:sym typeface="Fira Sans Medium"/>
                </a:rPr>
                <a:t>3</a:t>
              </a:r>
              <a:endParaRPr i="0" sz="1900" u="none" cap="none" strike="noStrike">
                <a:solidFill>
                  <a:srgbClr val="1FC2BA"/>
                </a:solidFill>
                <a:latin typeface="Fira Sans"/>
                <a:ea typeface="Fira Sans"/>
                <a:cs typeface="Fira Sans"/>
                <a:sym typeface="Fira Sans"/>
              </a:endParaRPr>
            </a:p>
          </p:txBody>
        </p:sp>
      </p:grpSp>
      <p:cxnSp>
        <p:nvCxnSpPr>
          <p:cNvPr id="772" name="Google Shape;772;p138"/>
          <p:cNvCxnSpPr/>
          <p:nvPr/>
        </p:nvCxnSpPr>
        <p:spPr>
          <a:xfrm>
            <a:off x="339084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773" name="Google Shape;773;p138"/>
          <p:cNvGrpSpPr/>
          <p:nvPr/>
        </p:nvGrpSpPr>
        <p:grpSpPr>
          <a:xfrm>
            <a:off x="1069668" y="1442693"/>
            <a:ext cx="2115727" cy="4694101"/>
            <a:chOff x="707593" y="1076334"/>
            <a:chExt cx="1645200" cy="3524100"/>
          </a:xfrm>
        </p:grpSpPr>
        <p:sp>
          <p:nvSpPr>
            <p:cNvPr id="774" name="Google Shape;774;p138"/>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rPr b="1" lang="en-US" sz="1600">
                  <a:solidFill>
                    <a:srgbClr val="FFFFFF"/>
                  </a:solidFill>
                  <a:latin typeface="Fira Sans"/>
                  <a:ea typeface="Fira Sans"/>
                  <a:cs typeface="Fira Sans"/>
                  <a:sym typeface="Fira Sans"/>
                </a:rPr>
                <a:t>Instructions: what the agent knows</a:t>
              </a:r>
              <a:endParaRPr b="1" sz="1600">
                <a:solidFill>
                  <a:srgbClr val="FFFFFF"/>
                </a:solidFill>
                <a:latin typeface="Fira Sans"/>
                <a:ea typeface="Fira Sans"/>
                <a:cs typeface="Fira Sans"/>
                <a:sym typeface="Fira Sans"/>
              </a:endParaRPr>
            </a:p>
          </p:txBody>
        </p:sp>
        <p:sp>
          <p:nvSpPr>
            <p:cNvPr id="775" name="Google Shape;775;p138"/>
            <p:cNvSpPr/>
            <p:nvPr/>
          </p:nvSpPr>
          <p:spPr>
            <a:xfrm>
              <a:off x="1038950"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FBB831"/>
                  </a:solidFill>
                  <a:latin typeface="Fira Sans Medium"/>
                  <a:ea typeface="Fira Sans Medium"/>
                  <a:cs typeface="Fira Sans Medium"/>
                  <a:sym typeface="Fira Sans Medium"/>
                </a:rPr>
                <a:t>1</a:t>
              </a:r>
              <a:endParaRPr i="0" sz="1900" u="none" cap="none" strike="noStrike">
                <a:solidFill>
                  <a:srgbClr val="FBB831"/>
                </a:solidFill>
                <a:latin typeface="Fira Sans"/>
                <a:ea typeface="Fira Sans"/>
                <a:cs typeface="Fira Sans"/>
                <a:sym typeface="Fira Sans"/>
              </a:endParaRPr>
            </a:p>
          </p:txBody>
        </p:sp>
      </p:grpSp>
      <p:sp>
        <p:nvSpPr>
          <p:cNvPr id="776" name="Google Shape;776;p138"/>
          <p:cNvSpPr txBox="1"/>
          <p:nvPr/>
        </p:nvSpPr>
        <p:spPr>
          <a:xfrm>
            <a:off x="4291587" y="610550"/>
            <a:ext cx="386700" cy="495900"/>
          </a:xfrm>
          <a:prstGeom prst="rect">
            <a:avLst/>
          </a:prstGeom>
          <a:noFill/>
          <a:ln>
            <a:noFill/>
          </a:ln>
        </p:spPr>
        <p:txBody>
          <a:bodyPr anchorCtr="0" anchor="t" bIns="120225" lIns="120225" spcFirstLastPara="1" rIns="120225" wrap="square" tIns="120225">
            <a:noAutofit/>
          </a:bodyPr>
          <a:lstStyle/>
          <a:p>
            <a:pPr indent="0" lvl="0" marL="0" marR="0" rtl="0" algn="l">
              <a:lnSpc>
                <a:spcPct val="115000"/>
              </a:lnSpc>
              <a:spcBef>
                <a:spcPts val="0"/>
              </a:spcBef>
              <a:spcAft>
                <a:spcPts val="0"/>
              </a:spcAft>
              <a:buClr>
                <a:srgbClr val="000000"/>
              </a:buClr>
              <a:buSzPts val="4000"/>
              <a:buFont typeface="Arial"/>
              <a:buNone/>
            </a:pPr>
            <a:r>
              <a:rPr b="0" i="0" lang="en-US" sz="2700" u="none" cap="none" strike="noStrike">
                <a:solidFill>
                  <a:srgbClr val="FFFFFF"/>
                </a:solidFill>
                <a:latin typeface="Fira Sans"/>
                <a:ea typeface="Fira Sans"/>
                <a:cs typeface="Fira Sans"/>
                <a:sym typeface="Fira Sans"/>
              </a:rPr>
              <a:t>⭐</a:t>
            </a:r>
            <a:endParaRPr b="0" i="0" sz="2700" u="none" cap="none" strike="noStrike">
              <a:solidFill>
                <a:srgbClr val="FFFFFF"/>
              </a:solidFill>
              <a:latin typeface="Fira Sans"/>
              <a:ea typeface="Fira Sans"/>
              <a:cs typeface="Fira Sans"/>
              <a:sym typeface="Fira Sans"/>
            </a:endParaRPr>
          </a:p>
        </p:txBody>
      </p:sp>
      <p:cxnSp>
        <p:nvCxnSpPr>
          <p:cNvPr id="777" name="Google Shape;777;p138"/>
          <p:cNvCxnSpPr/>
          <p:nvPr/>
        </p:nvCxnSpPr>
        <p:spPr>
          <a:xfrm>
            <a:off x="597195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778" name="Google Shape;778;p138"/>
          <p:cNvGrpSpPr/>
          <p:nvPr/>
        </p:nvGrpSpPr>
        <p:grpSpPr>
          <a:xfrm>
            <a:off x="3625150" y="1442465"/>
            <a:ext cx="2115727" cy="4708607"/>
            <a:chOff x="2734593" y="1076334"/>
            <a:chExt cx="1645200" cy="3649800"/>
          </a:xfrm>
        </p:grpSpPr>
        <p:sp>
          <p:nvSpPr>
            <p:cNvPr id="779" name="Google Shape;779;p138"/>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rgbClr val="FFFFFF"/>
                  </a:solidFill>
                  <a:latin typeface="Fira Sans"/>
                  <a:ea typeface="Fira Sans"/>
                  <a:cs typeface="Fira Sans"/>
                  <a:sym typeface="Fira Sans"/>
                </a:rPr>
                <a:t>State and sessions: what it remembers</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rgbClr val="FFFFFF"/>
                </a:solidFill>
                <a:latin typeface="Fira Sans"/>
                <a:ea typeface="Fira Sans"/>
                <a:cs typeface="Fira Sans"/>
                <a:sym typeface="Fira Sans"/>
              </a:endParaRPr>
            </a:p>
          </p:txBody>
        </p:sp>
        <p:sp>
          <p:nvSpPr>
            <p:cNvPr id="780" name="Google Shape;780;p138"/>
            <p:cNvSpPr/>
            <p:nvPr/>
          </p:nvSpPr>
          <p:spPr>
            <a:xfrm>
              <a:off x="3065942"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C27BA0"/>
                  </a:solidFill>
                  <a:latin typeface="Fira Sans Medium"/>
                  <a:ea typeface="Fira Sans Medium"/>
                  <a:cs typeface="Fira Sans Medium"/>
                  <a:sym typeface="Fira Sans Medium"/>
                </a:rPr>
                <a:t>2</a:t>
              </a:r>
              <a:endParaRPr i="0" sz="1900" u="none" cap="none" strike="noStrike">
                <a:solidFill>
                  <a:srgbClr val="C27BA0"/>
                </a:solidFill>
                <a:latin typeface="Fira Sans"/>
                <a:ea typeface="Fira Sans"/>
                <a:cs typeface="Fira Sans"/>
                <a:sym typeface="Fira Sans"/>
              </a:endParaRPr>
            </a:p>
          </p:txBody>
        </p:sp>
      </p:grpSp>
      <p:pic>
        <p:nvPicPr>
          <p:cNvPr id="781" name="Google Shape;781;p138"/>
          <p:cNvPicPr preferRelativeResize="0"/>
          <p:nvPr/>
        </p:nvPicPr>
        <p:blipFill rotWithShape="1">
          <a:blip r:embed="rId3">
            <a:alphaModFix/>
          </a:blip>
          <a:srcRect b="0" l="0" r="0" t="0"/>
          <a:stretch/>
        </p:blipFill>
        <p:spPr>
          <a:xfrm>
            <a:off x="1801476" y="3760491"/>
            <a:ext cx="651781" cy="651781"/>
          </a:xfrm>
          <a:prstGeom prst="rect">
            <a:avLst/>
          </a:prstGeom>
          <a:noFill/>
          <a:ln>
            <a:noFill/>
          </a:ln>
        </p:spPr>
      </p:pic>
      <p:pic>
        <p:nvPicPr>
          <p:cNvPr id="782" name="Google Shape;782;p138"/>
          <p:cNvPicPr preferRelativeResize="0"/>
          <p:nvPr/>
        </p:nvPicPr>
        <p:blipFill rotWithShape="1">
          <a:blip r:embed="rId4">
            <a:alphaModFix/>
          </a:blip>
          <a:srcRect b="0" l="0" r="0" t="0"/>
          <a:stretch/>
        </p:blipFill>
        <p:spPr>
          <a:xfrm>
            <a:off x="4252638" y="3760507"/>
            <a:ext cx="651749" cy="651749"/>
          </a:xfrm>
          <a:prstGeom prst="rect">
            <a:avLst/>
          </a:prstGeom>
          <a:noFill/>
          <a:ln>
            <a:noFill/>
          </a:ln>
        </p:spPr>
      </p:pic>
      <p:pic>
        <p:nvPicPr>
          <p:cNvPr id="783" name="Google Shape;783;p138"/>
          <p:cNvPicPr preferRelativeResize="0"/>
          <p:nvPr/>
        </p:nvPicPr>
        <p:blipFill rotWithShape="1">
          <a:blip r:embed="rId5">
            <a:alphaModFix/>
          </a:blip>
          <a:srcRect b="0" l="0" r="0" t="0"/>
          <a:stretch/>
        </p:blipFill>
        <p:spPr>
          <a:xfrm>
            <a:off x="7016346" y="3813102"/>
            <a:ext cx="546586" cy="546586"/>
          </a:xfrm>
          <a:prstGeom prst="rect">
            <a:avLst/>
          </a:prstGeom>
          <a:noFill/>
          <a:ln>
            <a:noFill/>
          </a:ln>
        </p:spPr>
      </p:pic>
      <p:sp>
        <p:nvSpPr>
          <p:cNvPr id="784" name="Google Shape;784;p138"/>
          <p:cNvSpPr/>
          <p:nvPr/>
        </p:nvSpPr>
        <p:spPr>
          <a:xfrm>
            <a:off x="8928765" y="1442851"/>
            <a:ext cx="2193600" cy="4693500"/>
          </a:xfrm>
          <a:prstGeom prst="round2SameRect">
            <a:avLst>
              <a:gd fmla="val 50000" name="adj1"/>
              <a:gd fmla="val 0" name="adj2"/>
            </a:avLst>
          </a:prstGeom>
          <a:solidFill>
            <a:srgbClr val="3A80B6"/>
          </a:solidFill>
          <a:ln>
            <a:noFill/>
          </a:ln>
        </p:spPr>
        <p:txBody>
          <a:bodyPr anchorCtr="0" anchor="t" bIns="121900" lIns="0" spcFirstLastPara="1" rIns="0" wrap="square" tIns="1828800">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5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Verification: what proves it is done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785" name="Google Shape;785;p138"/>
          <p:cNvSpPr/>
          <p:nvPr/>
        </p:nvSpPr>
        <p:spPr>
          <a:xfrm>
            <a:off x="9393749" y="1773881"/>
            <a:ext cx="1263600" cy="12609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lang="en-US" sz="6400">
                <a:solidFill>
                  <a:srgbClr val="3A80B6"/>
                </a:solidFill>
                <a:latin typeface="Fira Sans Extra Condensed Medium"/>
                <a:ea typeface="Fira Sans Extra Condensed Medium"/>
                <a:cs typeface="Fira Sans Extra Condensed Medium"/>
                <a:sym typeface="Fira Sans Extra Condensed Medium"/>
              </a:rPr>
              <a:t>4</a:t>
            </a:r>
            <a:endParaRPr b="0" i="0" sz="1900" u="none" cap="none" strike="noStrike">
              <a:solidFill>
                <a:srgbClr val="3A80B6"/>
              </a:solidFill>
              <a:latin typeface="Arial"/>
              <a:ea typeface="Arial"/>
              <a:cs typeface="Arial"/>
              <a:sym typeface="Arial"/>
            </a:endParaRPr>
          </a:p>
        </p:txBody>
      </p:sp>
      <p:pic>
        <p:nvPicPr>
          <p:cNvPr id="786" name="Google Shape;786;p138"/>
          <p:cNvPicPr preferRelativeResize="0"/>
          <p:nvPr/>
        </p:nvPicPr>
        <p:blipFill>
          <a:blip r:embed="rId6">
            <a:alphaModFix/>
          </a:blip>
          <a:stretch>
            <a:fillRect/>
          </a:stretch>
        </p:blipFill>
        <p:spPr>
          <a:xfrm>
            <a:off x="9777546" y="3813238"/>
            <a:ext cx="546600" cy="546600"/>
          </a:xfrm>
          <a:prstGeom prst="rect">
            <a:avLst/>
          </a:prstGeom>
          <a:solidFill>
            <a:srgbClr val="3A80B6"/>
          </a:solidFill>
          <a:ln>
            <a:noFill/>
          </a:ln>
        </p:spPr>
      </p:pic>
      <p:cxnSp>
        <p:nvCxnSpPr>
          <p:cNvPr id="787" name="Google Shape;787;p138"/>
          <p:cNvCxnSpPr/>
          <p:nvPr/>
        </p:nvCxnSpPr>
        <p:spPr>
          <a:xfrm>
            <a:off x="8623885" y="1681586"/>
            <a:ext cx="28800" cy="4693500"/>
          </a:xfrm>
          <a:prstGeom prst="straightConnector1">
            <a:avLst/>
          </a:prstGeom>
          <a:noFill/>
          <a:ln cap="flat" cmpd="sng" w="18425">
            <a:solidFill>
              <a:srgbClr val="FF0000"/>
            </a:solidFill>
            <a:prstDash val="solid"/>
            <a:round/>
            <a:headEnd len="med" w="med" type="diamond"/>
            <a:tailEnd len="med" w="med" type="diamond"/>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39"/>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Failure story:</a:t>
            </a:r>
            <a:r>
              <a:rPr b="1" i="0" lang="en-US" sz="3000">
                <a:solidFill>
                  <a:srgbClr val="FFFFFF"/>
                </a:solidFill>
                <a:latin typeface="Fira Sans"/>
                <a:ea typeface="Fira Sans"/>
                <a:cs typeface="Fira Sans"/>
                <a:sym typeface="Fira Sans"/>
              </a:rPr>
              <a:t> The second session redoes the first</a:t>
            </a:r>
            <a:endParaRPr/>
          </a:p>
        </p:txBody>
      </p:sp>
      <p:sp>
        <p:nvSpPr>
          <p:cNvPr id="793" name="Google Shape;793;p139"/>
          <p:cNvSpPr txBox="1"/>
          <p:nvPr/>
        </p:nvSpPr>
        <p:spPr>
          <a:xfrm>
            <a:off x="548640" y="154623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An illustrative ticket: Feature 2: Comments on issues, over two sessions</a:t>
            </a:r>
            <a:endParaRPr/>
          </a:p>
        </p:txBody>
      </p:sp>
      <p:sp>
        <p:nvSpPr>
          <p:cNvPr id="794" name="Google Shape;794;p139"/>
          <p:cNvSpPr/>
          <p:nvPr/>
        </p:nvSpPr>
        <p:spPr>
          <a:xfrm>
            <a:off x="548639" y="2397252"/>
            <a:ext cx="2036003" cy="2523744"/>
          </a:xfrm>
          <a:prstGeom prst="roundRect">
            <a:avLst>
              <a:gd fmla="val 5389"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Session 1 writes the comments migration, stops at its limit</a:t>
            </a:r>
            <a:endParaRPr/>
          </a:p>
        </p:txBody>
      </p:sp>
      <p:sp>
        <p:nvSpPr>
          <p:cNvPr id="795" name="Google Shape;795;p139"/>
          <p:cNvSpPr/>
          <p:nvPr/>
        </p:nvSpPr>
        <p:spPr>
          <a:xfrm>
            <a:off x="731519" y="252526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1</a:t>
            </a:r>
            <a:endParaRPr/>
          </a:p>
        </p:txBody>
      </p:sp>
      <p:cxnSp>
        <p:nvCxnSpPr>
          <p:cNvPr id="796" name="Google Shape;796;p139"/>
          <p:cNvCxnSpPr/>
          <p:nvPr/>
        </p:nvCxnSpPr>
        <p:spPr>
          <a:xfrm>
            <a:off x="2621219"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797" name="Google Shape;797;p139"/>
          <p:cNvSpPr/>
          <p:nvPr/>
        </p:nvSpPr>
        <p:spPr>
          <a:xfrm>
            <a:off x="2813243" y="2397252"/>
            <a:ext cx="2036003" cy="2523744"/>
          </a:xfrm>
          <a:prstGeom prst="roundRect">
            <a:avLst>
              <a:gd fmla="val 5389"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Half an endpoint, uncommitted, no note left</a:t>
            </a:r>
            <a:endParaRPr/>
          </a:p>
        </p:txBody>
      </p:sp>
      <p:sp>
        <p:nvSpPr>
          <p:cNvPr id="798" name="Google Shape;798;p139"/>
          <p:cNvSpPr/>
          <p:nvPr/>
        </p:nvSpPr>
        <p:spPr>
          <a:xfrm>
            <a:off x="2996123" y="252526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2</a:t>
            </a:r>
            <a:endParaRPr/>
          </a:p>
        </p:txBody>
      </p:sp>
      <p:cxnSp>
        <p:nvCxnSpPr>
          <p:cNvPr id="799" name="Google Shape;799;p139"/>
          <p:cNvCxnSpPr/>
          <p:nvPr/>
        </p:nvCxnSpPr>
        <p:spPr>
          <a:xfrm>
            <a:off x="4885822"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800" name="Google Shape;800;p139"/>
          <p:cNvSpPr/>
          <p:nvPr/>
        </p:nvSpPr>
        <p:spPr>
          <a:xfrm>
            <a:off x="5077846" y="2397252"/>
            <a:ext cx="2036003" cy="2523744"/>
          </a:xfrm>
          <a:prstGeom prst="roundRect">
            <a:avLst>
              <a:gd fmla="val 5389"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Session 2 starts with an empty context</a:t>
            </a:r>
            <a:endParaRPr/>
          </a:p>
        </p:txBody>
      </p:sp>
      <p:sp>
        <p:nvSpPr>
          <p:cNvPr id="801" name="Google Shape;801;p139"/>
          <p:cNvSpPr/>
          <p:nvPr/>
        </p:nvSpPr>
        <p:spPr>
          <a:xfrm>
            <a:off x="5260726" y="252526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3</a:t>
            </a:r>
            <a:endParaRPr/>
          </a:p>
        </p:txBody>
      </p:sp>
      <p:cxnSp>
        <p:nvCxnSpPr>
          <p:cNvPr id="802" name="Google Shape;802;p139"/>
          <p:cNvCxnSpPr/>
          <p:nvPr/>
        </p:nvCxnSpPr>
        <p:spPr>
          <a:xfrm>
            <a:off x="7150425"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803" name="Google Shape;803;p139"/>
          <p:cNvSpPr/>
          <p:nvPr/>
        </p:nvSpPr>
        <p:spPr>
          <a:xfrm>
            <a:off x="7342449" y="2397252"/>
            <a:ext cx="2036003" cy="2523744"/>
          </a:xfrm>
          <a:prstGeom prst="roundRect">
            <a:avLst>
              <a:gd fmla="val 5389"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Writes a second migration from the old head</a:t>
            </a:r>
            <a:endParaRPr/>
          </a:p>
        </p:txBody>
      </p:sp>
      <p:sp>
        <p:nvSpPr>
          <p:cNvPr id="804" name="Google Shape;804;p139"/>
          <p:cNvSpPr/>
          <p:nvPr/>
        </p:nvSpPr>
        <p:spPr>
          <a:xfrm>
            <a:off x="7525329" y="252526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4</a:t>
            </a:r>
            <a:endParaRPr/>
          </a:p>
        </p:txBody>
      </p:sp>
      <p:cxnSp>
        <p:nvCxnSpPr>
          <p:cNvPr id="805" name="Google Shape;805;p139"/>
          <p:cNvCxnSpPr/>
          <p:nvPr/>
        </p:nvCxnSpPr>
        <p:spPr>
          <a:xfrm>
            <a:off x="9415028"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806" name="Google Shape;806;p139"/>
          <p:cNvSpPr/>
          <p:nvPr/>
        </p:nvSpPr>
        <p:spPr>
          <a:xfrm>
            <a:off x="9607052" y="2397252"/>
            <a:ext cx="2036003" cy="2523744"/>
          </a:xfrm>
          <a:prstGeom prst="roundRect">
            <a:avLst>
              <a:gd fmla="val 5389" name="adj"/>
            </a:avLst>
          </a:prstGeom>
          <a:solidFill>
            <a:srgbClr val="F0F3F6"/>
          </a:solidFill>
          <a:ln cap="flat" cmpd="sng" w="38100">
            <a:solidFill>
              <a:srgbClr val="E46962"/>
            </a:solidFill>
            <a:prstDash val="solid"/>
            <a:round/>
            <a:headEnd len="sm" w="sm" type="none"/>
            <a:tailEnd len="sm" w="sm" type="none"/>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Two Alembic heads block the deploy</a:t>
            </a:r>
            <a:endParaRPr/>
          </a:p>
        </p:txBody>
      </p:sp>
      <p:sp>
        <p:nvSpPr>
          <p:cNvPr id="807" name="Google Shape;807;p139"/>
          <p:cNvSpPr/>
          <p:nvPr/>
        </p:nvSpPr>
        <p:spPr>
          <a:xfrm>
            <a:off x="9789932" y="2525268"/>
            <a:ext cx="512064" cy="512064"/>
          </a:xfrm>
          <a:prstGeom prst="ellipse">
            <a:avLst/>
          </a:prstGeom>
          <a:solidFill>
            <a:srgbClr val="E4696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5</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40"/>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Fresh session:</a:t>
            </a:r>
            <a:r>
              <a:rPr b="1" i="0" lang="en-US" sz="3000">
                <a:solidFill>
                  <a:srgbClr val="FFFFFF"/>
                </a:solidFill>
                <a:latin typeface="Fira Sans"/>
                <a:ea typeface="Fira Sans"/>
                <a:cs typeface="Fira Sans"/>
                <a:sym typeface="Fira Sans"/>
              </a:rPr>
              <a:t> Why redo work already on disk?</a:t>
            </a:r>
            <a:endParaRPr/>
          </a:p>
        </p:txBody>
      </p:sp>
      <p:sp>
        <p:nvSpPr>
          <p:cNvPr id="813" name="Google Shape;813;p140"/>
          <p:cNvSpPr txBox="1"/>
          <p:nvPr/>
        </p:nvSpPr>
        <p:spPr>
          <a:xfrm>
            <a:off x="548790" y="139873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Session 2 has the whole repository but an empty context. Can we carry the old context over?</a:t>
            </a:r>
            <a:endParaRPr/>
          </a:p>
        </p:txBody>
      </p:sp>
      <p:sp>
        <p:nvSpPr>
          <p:cNvPr id="814" name="Google Shape;814;p140"/>
          <p:cNvSpPr/>
          <p:nvPr/>
        </p:nvSpPr>
        <p:spPr>
          <a:xfrm>
            <a:off x="548640" y="2132279"/>
            <a:ext cx="11094415" cy="965199"/>
          </a:xfrm>
          <a:prstGeom prst="roundRect">
            <a:avLst>
              <a:gd fmla="val 11368" name="adj"/>
            </a:avLst>
          </a:prstGeom>
          <a:solidFill>
            <a:srgbClr val="F0F3F6"/>
          </a:solidFill>
          <a:ln cap="flat" cmpd="sng" w="38100">
            <a:solidFill>
              <a:srgbClr val="FFAB40"/>
            </a:solidFill>
            <a:prstDash val="solid"/>
            <a:round/>
            <a:headEnd len="sm" w="sm" type="none"/>
            <a:tailEnd len="sm" w="sm" type="none"/>
          </a:ln>
        </p:spPr>
        <p:txBody>
          <a:bodyPr anchorCtr="0" anchor="ctr" bIns="182875" lIns="274300" spcFirstLastPara="1" rIns="274300" wrap="square" tIns="18287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KEY IDEA</a:t>
            </a:r>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Not on its own: "compaction isn't sufficient." Reset, then hand over written state.</a:t>
            </a:r>
            <a:endParaRPr/>
          </a:p>
        </p:txBody>
      </p:sp>
      <p:sp>
        <p:nvSpPr>
          <p:cNvPr id="815" name="Google Shape;815;p140"/>
          <p:cNvSpPr/>
          <p:nvPr/>
        </p:nvSpPr>
        <p:spPr>
          <a:xfrm>
            <a:off x="1188720" y="3713784"/>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Compaction keeps a squeezed copy with gaps</a:t>
            </a:r>
            <a:endParaRPr/>
          </a:p>
        </p:txBody>
      </p:sp>
      <p:sp>
        <p:nvSpPr>
          <p:cNvPr id="816" name="Google Shape;816;p140"/>
          <p:cNvSpPr/>
          <p:nvPr/>
        </p:nvSpPr>
        <p:spPr>
          <a:xfrm>
            <a:off x="548640" y="3750360"/>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1</a:t>
            </a:r>
            <a:endParaRPr/>
          </a:p>
        </p:txBody>
      </p:sp>
      <p:sp>
        <p:nvSpPr>
          <p:cNvPr id="817" name="Google Shape;817;p140"/>
          <p:cNvSpPr/>
          <p:nvPr/>
        </p:nvSpPr>
        <p:spPr>
          <a:xfrm>
            <a:off x="1188720" y="4655616"/>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The repository holds the work, but unread</a:t>
            </a:r>
            <a:endParaRPr/>
          </a:p>
        </p:txBody>
      </p:sp>
      <p:sp>
        <p:nvSpPr>
          <p:cNvPr id="818" name="Google Shape;818;p140"/>
          <p:cNvSpPr/>
          <p:nvPr/>
        </p:nvSpPr>
        <p:spPr>
          <a:xfrm>
            <a:off x="548640" y="4692192"/>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2</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141"/>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1) Session lifecycle:</a:t>
            </a:r>
            <a:r>
              <a:rPr b="1" i="0" lang="en-US" sz="3000">
                <a:solidFill>
                  <a:srgbClr val="FFFFFF"/>
                </a:solidFill>
                <a:latin typeface="Fira Sans"/>
                <a:ea typeface="Fira Sans"/>
                <a:cs typeface="Fira Sans"/>
                <a:sym typeface="Fira Sans"/>
              </a:rPr>
              <a:t> a planned stop and reset</a:t>
            </a:r>
            <a:endParaRPr/>
          </a:p>
        </p:txBody>
      </p:sp>
      <p:sp>
        <p:nvSpPr>
          <p:cNvPr id="824" name="Google Shape;824;p141"/>
          <p:cNvSpPr txBox="1"/>
          <p:nvPr/>
        </p:nvSpPr>
        <p:spPr>
          <a:xfrm>
            <a:off x="548640" y="926789"/>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Every session: get up to speed, work and commit, wrap up, stop.</a:t>
            </a:r>
            <a:endParaRPr/>
          </a:p>
        </p:txBody>
      </p:sp>
      <p:sp>
        <p:nvSpPr>
          <p:cNvPr id="825" name="Google Shape;825;p141"/>
          <p:cNvSpPr/>
          <p:nvPr/>
        </p:nvSpPr>
        <p:spPr>
          <a:xfrm>
            <a:off x="548640" y="1621473"/>
            <a:ext cx="11094415" cy="3416932"/>
          </a:xfrm>
          <a:prstGeom prst="roundRect">
            <a:avLst>
              <a:gd fmla="val 3211"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session-lifecycle: The full session-lifecycle diagram: session 1 (up to speed, work, wrap-up), the stop where the harness writes the facts into the repository, session 2 reading the files first." id="826" name="Google Shape;826;p141"/>
          <p:cNvPicPr preferRelativeResize="0"/>
          <p:nvPr/>
        </p:nvPicPr>
        <p:blipFill rotWithShape="1">
          <a:blip r:embed="rId3">
            <a:alphaModFix/>
          </a:blip>
          <a:srcRect b="0" l="0" r="0" t="0"/>
          <a:stretch/>
        </p:blipFill>
        <p:spPr>
          <a:xfrm>
            <a:off x="594360" y="1667193"/>
            <a:ext cx="11002975" cy="3325492"/>
          </a:xfrm>
          <a:prstGeom prst="rect">
            <a:avLst/>
          </a:prstGeom>
          <a:noFill/>
          <a:ln>
            <a:noFill/>
          </a:ln>
        </p:spPr>
      </p:pic>
      <p:sp>
        <p:nvSpPr>
          <p:cNvPr id="827" name="Google Shape;827;p141"/>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At the stop, the harness writes the facts, whatever the agent did.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42"/>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2) The handoff:</a:t>
            </a:r>
            <a:r>
              <a:rPr b="1" i="0" lang="en-US" sz="3000">
                <a:solidFill>
                  <a:srgbClr val="FFFFFF"/>
                </a:solidFill>
                <a:latin typeface="Fira Sans"/>
                <a:ea typeface="Fira Sans"/>
                <a:cs typeface="Fira Sans"/>
                <a:sym typeface="Fira Sans"/>
              </a:rPr>
              <a:t> two owners, one file</a:t>
            </a:r>
            <a:endParaRPr/>
          </a:p>
        </p:txBody>
      </p:sp>
      <p:sp>
        <p:nvSpPr>
          <p:cNvPr id="833" name="Google Shape;833;p142"/>
          <p:cNvSpPr txBox="1"/>
          <p:nvPr/>
        </p:nvSpPr>
        <p:spPr>
          <a:xfrm>
            <a:off x="548640" y="897292"/>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session-handoff.md carries the last session's state and the next steps.</a:t>
            </a:r>
            <a:endParaRPr/>
          </a:p>
        </p:txBody>
      </p:sp>
      <p:sp>
        <p:nvSpPr>
          <p:cNvPr id="834" name="Google Shape;834;p142"/>
          <p:cNvSpPr/>
          <p:nvPr/>
        </p:nvSpPr>
        <p:spPr>
          <a:xfrm>
            <a:off x="548640" y="1452425"/>
            <a:ext cx="11094415" cy="3480708"/>
          </a:xfrm>
          <a:prstGeom prst="roundRect">
            <a:avLst>
              <a:gd fmla="val 3152"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handoff-contents: The handoff-contents diagram: the file in two bands, &quot;Machine summary (harness, from git)&quot; on top (commits, files changed, tests, migration heads) and &quot;Notes from the agent&quot; below (doing, left, watch out for)." id="835" name="Google Shape;835;p142"/>
          <p:cNvPicPr preferRelativeResize="0"/>
          <p:nvPr/>
        </p:nvPicPr>
        <p:blipFill rotWithShape="1">
          <a:blip r:embed="rId3">
            <a:alphaModFix/>
          </a:blip>
          <a:srcRect b="0" l="0" r="0" t="0"/>
          <a:stretch/>
        </p:blipFill>
        <p:spPr>
          <a:xfrm>
            <a:off x="594360" y="1498145"/>
            <a:ext cx="11002975" cy="3389268"/>
          </a:xfrm>
          <a:prstGeom prst="rect">
            <a:avLst/>
          </a:prstGeom>
          <a:noFill/>
          <a:ln>
            <a:noFill/>
          </a:ln>
        </p:spPr>
      </p:pic>
      <p:sp>
        <p:nvSpPr>
          <p:cNvPr id="836" name="Google Shape;836;p142"/>
          <p:cNvSpPr/>
          <p:nvPr/>
        </p:nvSpPr>
        <p:spPr>
          <a:xfrm>
            <a:off x="548640" y="5312664"/>
            <a:ext cx="11094415" cy="676656"/>
          </a:xfrm>
          <a:prstGeom prst="roundRect">
            <a:avLst>
              <a:gd fmla="val 16216"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The harness writes the facts from git; the agent writes its notes; neither overwrites the other.</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143"/>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3) The exec plan and the progress ledger</a:t>
            </a:r>
            <a:endParaRPr/>
          </a:p>
        </p:txBody>
      </p:sp>
      <p:sp>
        <p:nvSpPr>
          <p:cNvPr id="842" name="Google Shape;842;p143"/>
          <p:cNvSpPr txBox="1"/>
          <p:nvPr/>
        </p:nvSpPr>
        <p:spPr>
          <a:xfrm>
            <a:off x="548640" y="941537"/>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Two checked-in files: progress.md (done, in progress, next) and the exec plan.</a:t>
            </a:r>
            <a:endParaRPr/>
          </a:p>
        </p:txBody>
      </p:sp>
      <p:sp>
        <p:nvSpPr>
          <p:cNvPr id="843" name="Google Shape;843;p143"/>
          <p:cNvSpPr/>
          <p:nvPr/>
        </p:nvSpPr>
        <p:spPr>
          <a:xfrm>
            <a:off x="548640" y="1414663"/>
            <a:ext cx="11094415" cy="3830552"/>
          </a:xfrm>
          <a:prstGeom prst="roundRect">
            <a:avLst>
              <a:gd fmla="val 2864"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exec-plan-ledger: The exec-plan-ledger diagram: the exec plan (progress, surprises, decisions, outcomes) and progress.md (done, in progress, next, session log) side by side, &quot;harness appends one entry per stop&quot; on the session log, &quot;restart from these alone&quot; under both." id="844" name="Google Shape;844;p143"/>
          <p:cNvPicPr preferRelativeResize="0"/>
          <p:nvPr/>
        </p:nvPicPr>
        <p:blipFill rotWithShape="1">
          <a:blip r:embed="rId3">
            <a:alphaModFix/>
          </a:blip>
          <a:srcRect b="0" l="0" r="0" t="0"/>
          <a:stretch/>
        </p:blipFill>
        <p:spPr>
          <a:xfrm>
            <a:off x="594360" y="1460383"/>
            <a:ext cx="11002975" cy="3739112"/>
          </a:xfrm>
          <a:prstGeom prst="rect">
            <a:avLst/>
          </a:prstGeom>
          <a:noFill/>
          <a:ln>
            <a:noFill/>
          </a:ln>
        </p:spPr>
      </p:pic>
      <p:sp>
        <p:nvSpPr>
          <p:cNvPr id="845" name="Google Shape;845;p143"/>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"it should always be possible to restart from </a:t>
            </a:r>
            <a:r>
              <a:rPr b="1" i="1" lang="en-US" sz="1800" u="none" cap="none" strike="noStrike">
                <a:solidFill>
                  <a:srgbClr val="324158"/>
                </a:solidFill>
                <a:latin typeface="Fira Sans"/>
                <a:ea typeface="Fira Sans"/>
                <a:cs typeface="Fira Sans"/>
                <a:sym typeface="Fira Sans"/>
              </a:rPr>
              <a:t>only</a:t>
            </a:r>
            <a:r>
              <a:rPr b="1" i="0" lang="en-US" sz="1800" u="none" cap="none" strike="noStrike">
                <a:solidFill>
                  <a:srgbClr val="324158"/>
                </a:solidFill>
                <a:latin typeface="Fira Sans"/>
                <a:ea typeface="Fira Sans"/>
                <a:cs typeface="Fira Sans"/>
                <a:sym typeface="Fira Sans"/>
              </a:rPr>
              <a:t> the ExecPlan and no other work."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44"/>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4) Getting up to speed:</a:t>
            </a:r>
            <a:r>
              <a:rPr b="1" i="0" lang="en-US" sz="3000">
                <a:solidFill>
                  <a:srgbClr val="FFFFFF"/>
                </a:solidFill>
                <a:latin typeface="Fira Sans"/>
                <a:ea typeface="Fira Sans"/>
                <a:cs typeface="Fira Sans"/>
                <a:sym typeface="Fira Sans"/>
              </a:rPr>
              <a:t> init.sh before code</a:t>
            </a:r>
            <a:endParaRPr/>
          </a:p>
        </p:txBody>
      </p:sp>
      <p:sp>
        <p:nvSpPr>
          <p:cNvPr id="851" name="Google Shape;851;p144"/>
          <p:cNvSpPr txBox="1"/>
          <p:nvPr/>
        </p:nvSpPr>
        <p:spPr>
          <a:xfrm>
            <a:off x="548640" y="1000531"/>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"Read the git logs and progress files to get up to speed on what was recently worked on."</a:t>
            </a:r>
            <a:endParaRPr/>
          </a:p>
        </p:txBody>
      </p:sp>
      <p:sp>
        <p:nvSpPr>
          <p:cNvPr id="852" name="Google Shape;852;p144"/>
          <p:cNvSpPr/>
          <p:nvPr/>
        </p:nvSpPr>
        <p:spPr>
          <a:xfrm>
            <a:off x="548640" y="1591571"/>
            <a:ext cx="11094415" cy="3476737"/>
          </a:xfrm>
          <a:prstGeom prst="roundRect">
            <a:avLst>
              <a:gd fmla="val 3156"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alembic-heads: The alembic-heads diagram: one head passes init.sh; two heads trip House rule 7: Migrations. A small terminal card beside it with session 2's first call: pwd; git log --oneline -20; cat progress.md." id="853" name="Google Shape;853;p144"/>
          <p:cNvPicPr preferRelativeResize="0"/>
          <p:nvPr/>
        </p:nvPicPr>
        <p:blipFill rotWithShape="1">
          <a:blip r:embed="rId3">
            <a:alphaModFix/>
          </a:blip>
          <a:srcRect b="0" l="0" r="0" t="0"/>
          <a:stretch/>
        </p:blipFill>
        <p:spPr>
          <a:xfrm>
            <a:off x="594360" y="1637291"/>
            <a:ext cx="11002975" cy="3385297"/>
          </a:xfrm>
          <a:prstGeom prst="rect">
            <a:avLst/>
          </a:prstGeom>
          <a:noFill/>
          <a:ln>
            <a:noFill/>
          </a:ln>
        </p:spPr>
      </p:pic>
      <p:sp>
        <p:nvSpPr>
          <p:cNvPr id="854" name="Google Shape;854;p144"/>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Read state, then run init.sh: one migration head and a basic test, before any code.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45"/>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Cheat Sheet:</a:t>
            </a:r>
            <a:r>
              <a:rPr b="1" i="0" lang="en-US" sz="3000">
                <a:solidFill>
                  <a:srgbClr val="FFFFFF"/>
                </a:solidFill>
                <a:latin typeface="Fira Sans"/>
                <a:ea typeface="Fira Sans"/>
                <a:cs typeface="Fira Sans"/>
                <a:sym typeface="Fira Sans"/>
              </a:rPr>
              <a:t> Four state pieces across a stop</a:t>
            </a:r>
            <a:endParaRPr/>
          </a:p>
        </p:txBody>
      </p:sp>
      <p:sp>
        <p:nvSpPr>
          <p:cNvPr id="860" name="Google Shape;860;p145"/>
          <p:cNvSpPr txBox="1"/>
          <p:nvPr/>
        </p:nvSpPr>
        <p:spPr>
          <a:xfrm>
            <a:off x="548640" y="1516724"/>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Four files, one job each; refer back when you add state to your repo.</a:t>
            </a:r>
            <a:endParaRPr/>
          </a:p>
        </p:txBody>
      </p:sp>
      <p:graphicFrame>
        <p:nvGraphicFramePr>
          <p:cNvPr id="861" name="Google Shape;861;p145"/>
          <p:cNvGraphicFramePr/>
          <p:nvPr/>
        </p:nvGraphicFramePr>
        <p:xfrm>
          <a:off x="548640" y="2687574"/>
          <a:ext cx="3000000" cy="3000000"/>
        </p:xfrm>
        <a:graphic>
          <a:graphicData uri="http://schemas.openxmlformats.org/drawingml/2006/table">
            <a:tbl>
              <a:tblPr firstRow="1">
                <a:noFill/>
                <a:tableStyleId>{01364A0A-BACB-46D7-832C-BCCBC61AE77F}</a:tableStyleId>
              </a:tblPr>
              <a:tblGrid>
                <a:gridCol w="2625600"/>
                <a:gridCol w="3994000"/>
                <a:gridCol w="4474825"/>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File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Job</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Who writes it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init.sh</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Setup and a basic test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Harness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progress.md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What each session did, what's next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Both</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Exec plan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Plan, decisions, restart bar</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Agent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session-handoff.md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Harness facts plus agent notes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Two owners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46"/>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2500" u="none" cap="none" strike="noStrike">
                <a:solidFill>
                  <a:srgbClr val="3896D2"/>
                </a:solidFill>
                <a:latin typeface="Fira Sans"/>
                <a:ea typeface="Fira Sans"/>
                <a:cs typeface="Fira Sans"/>
                <a:sym typeface="Fira Sans"/>
              </a:rPr>
              <a:t>Section 2: </a:t>
            </a:r>
            <a:r>
              <a:rPr b="1" i="0" lang="en-US" sz="2500" u="none" cap="none" strike="noStrike">
                <a:solidFill>
                  <a:schemeClr val="lt1"/>
                </a:solidFill>
                <a:latin typeface="Fira Sans"/>
                <a:ea typeface="Fira Sans"/>
                <a:cs typeface="Fira Sans"/>
                <a:sym typeface="Fira Sans"/>
              </a:rPr>
              <a:t>State and sessions - Implementation Notes: Stop and resume</a:t>
            </a:r>
            <a:endParaRPr b="1" i="0" sz="3000" u="none" cap="none" strike="noStrike">
              <a:solidFill>
                <a:schemeClr val="lt1"/>
              </a:solidFill>
              <a:latin typeface="Fira Sans"/>
              <a:ea typeface="Fira Sans"/>
              <a:cs typeface="Fira Sans"/>
              <a:sym typeface="Fira Sans"/>
            </a:endParaRPr>
          </a:p>
        </p:txBody>
      </p:sp>
      <p:pic>
        <p:nvPicPr>
          <p:cNvPr id="867" name="Google Shape;867;p146"/>
          <p:cNvPicPr preferRelativeResize="0"/>
          <p:nvPr/>
        </p:nvPicPr>
        <p:blipFill rotWithShape="1">
          <a:blip r:embed="rId3">
            <a:alphaModFix/>
          </a:blip>
          <a:srcRect b="0" l="0" r="0" t="0"/>
          <a:stretch/>
        </p:blipFill>
        <p:spPr>
          <a:xfrm>
            <a:off x="2125100" y="1368767"/>
            <a:ext cx="7757549" cy="4652933"/>
          </a:xfrm>
          <a:prstGeom prst="rect">
            <a:avLst/>
          </a:prstGeom>
          <a:noFill/>
          <a:ln>
            <a:noFill/>
          </a:ln>
        </p:spPr>
      </p:pic>
      <p:sp>
        <p:nvSpPr>
          <p:cNvPr id="868" name="Google Shape;868;p146">
            <a:hlinkClick r:id="rId4"/>
          </p:cNvPr>
          <p:cNvSpPr/>
          <p:nvPr/>
        </p:nvSpPr>
        <p:spPr>
          <a:xfrm>
            <a:off x="5012075" y="3305000"/>
            <a:ext cx="1983600" cy="51060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u="sng">
                <a:solidFill>
                  <a:schemeClr val="hlink"/>
                </a:solidFill>
                <a:latin typeface="Lexend Medium"/>
                <a:ea typeface="Lexend Medium"/>
                <a:cs typeface="Lexend Medium"/>
                <a:sym typeface="Lexend Medium"/>
                <a:hlinkClick r:id="rId5"/>
              </a:rPr>
              <a:t>DEMO - 2</a:t>
            </a:r>
            <a:endParaRPr b="0" i="0" sz="1400" u="sng" cap="none" strike="noStrike">
              <a:solidFill>
                <a:srgbClr val="6568F5"/>
              </a:solidFill>
              <a:latin typeface="Lexend Medium"/>
              <a:ea typeface="Lexend Medium"/>
              <a:cs typeface="Lexend Medium"/>
              <a:sym typeface="Lexend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47"/>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US" sz="1700" u="none" cap="none" strike="noStrike">
                <a:solidFill>
                  <a:schemeClr val="lt1"/>
                </a:solidFill>
                <a:latin typeface="Fira Sans"/>
                <a:ea typeface="Fira Sans"/>
                <a:cs typeface="Fira Sans"/>
                <a:sym typeface="Fira Sans"/>
              </a:rPr>
              <a:t>Ask about anything:</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Concepts from today's sections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How this applies to your work</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Implementation details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Clarifications on what we covered</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700"/>
              <a:buFont typeface="Arial"/>
              <a:buNone/>
            </a:pPr>
            <a:br>
              <a:rPr b="0"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Quick Request</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Please do not mind if a question gets skipped accidentally</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Repost politely in chat if needed</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We will try our best to cover as many questions as possible</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700"/>
              <a:buFont typeface="Arial"/>
              <a:buNone/>
            </a:pPr>
            <a:br>
              <a:rPr b="1" i="0" lang="en-US" sz="1700" u="none" cap="none" strike="noStrike">
                <a:solidFill>
                  <a:schemeClr val="lt1"/>
                </a:solidFill>
                <a:latin typeface="Fira Sans"/>
                <a:ea typeface="Fira Sans"/>
                <a:cs typeface="Fira Sans"/>
                <a:sym typeface="Fira Sans"/>
              </a:rPr>
            </a:br>
            <a:br>
              <a:rPr b="1"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Remember:</a:t>
            </a:r>
            <a:r>
              <a:rPr b="0" i="0" lang="en-US" sz="1700" u="none" cap="none" strike="noStrike">
                <a:solidFill>
                  <a:schemeClr val="lt1"/>
                </a:solidFill>
                <a:latin typeface="Fira Sans"/>
                <a:ea typeface="Fira Sans"/>
                <a:cs typeface="Fira Sans"/>
                <a:sym typeface="Fira Sans"/>
              </a:rPr>
              <a:t> </a:t>
            </a:r>
            <a:r>
              <a:rPr b="0" i="0" lang="en-US" sz="1700" u="none" cap="none" strike="noStrike">
                <a:solidFill>
                  <a:schemeClr val="accent1"/>
                </a:solidFill>
                <a:latin typeface="Fira Sans"/>
                <a:ea typeface="Fira Sans"/>
                <a:cs typeface="Fira Sans"/>
                <a:sym typeface="Fira Sans"/>
              </a:rPr>
              <a:t>If you're wondering about it, others probably are too.</a:t>
            </a:r>
            <a:endParaRPr b="0" i="0" sz="1700" u="none" cap="none" strike="noStrike">
              <a:solidFill>
                <a:schemeClr val="accent1"/>
              </a:solidFill>
              <a:latin typeface="Fira Sans"/>
              <a:ea typeface="Fira Sans"/>
              <a:cs typeface="Fira Sans"/>
              <a:sym typeface="Fira Sans"/>
            </a:endParaRPr>
          </a:p>
        </p:txBody>
      </p:sp>
      <p:sp>
        <p:nvSpPr>
          <p:cNvPr id="874" name="Google Shape;874;p147"/>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400"/>
              </a:spcBef>
              <a:spcAft>
                <a:spcPts val="400"/>
              </a:spcAft>
              <a:buClr>
                <a:schemeClr val="dk1"/>
              </a:buClr>
              <a:buSzPts val="1100"/>
              <a:buFont typeface="Arial"/>
              <a:buNone/>
            </a:pPr>
            <a:r>
              <a:rPr b="1" i="0" lang="en-US" sz="2000" u="none" cap="none" strike="noStrike">
                <a:solidFill>
                  <a:schemeClr val="accent1"/>
                </a:solidFill>
                <a:latin typeface="Fira Sans"/>
                <a:ea typeface="Fira Sans"/>
                <a:cs typeface="Fira Sans"/>
                <a:sym typeface="Fira Sans"/>
              </a:rPr>
              <a:t>No Question Is Too Small Every Question Deserves an Answer!!</a:t>
            </a:r>
            <a:endParaRPr b="1" i="0" sz="3000" u="none" cap="none" strike="noStrike">
              <a:solidFill>
                <a:srgbClr val="3896D2"/>
              </a:solidFill>
              <a:latin typeface="Fira Sans"/>
              <a:ea typeface="Fira Sans"/>
              <a:cs typeface="Fira Sans"/>
              <a:sym typeface="Fira Sans"/>
            </a:endParaRPr>
          </a:p>
        </p:txBody>
      </p:sp>
      <p:pic>
        <p:nvPicPr>
          <p:cNvPr descr="Questions and answers illustration" id="875" name="Google Shape;875;p147"/>
          <p:cNvPicPr preferRelativeResize="0"/>
          <p:nvPr/>
        </p:nvPicPr>
        <p:blipFill rotWithShape="1">
          <a:blip r:embed="rId3">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148"/>
          <p:cNvSpPr txBox="1"/>
          <p:nvPr/>
        </p:nvSpPr>
        <p:spPr>
          <a:xfrm>
            <a:off x="323533" y="113067"/>
            <a:ext cx="11360700" cy="763500"/>
          </a:xfrm>
          <a:prstGeom prst="rect">
            <a:avLst/>
          </a:prstGeom>
          <a:noFill/>
          <a:ln>
            <a:noFill/>
          </a:ln>
        </p:spPr>
        <p:txBody>
          <a:bodyPr anchorCtr="0" anchor="t" bIns="121925" lIns="121925" spcFirstLastPara="1" rIns="121925" wrap="square" tIns="121925">
            <a:noAutofit/>
          </a:bodyPr>
          <a:lstStyle/>
          <a:p>
            <a:pPr indent="0" lvl="0" marL="0" marR="0" rtl="0" algn="l">
              <a:lnSpc>
                <a:spcPct val="150000"/>
              </a:lnSpc>
              <a:spcBef>
                <a:spcPts val="0"/>
              </a:spcBef>
              <a:spcAft>
                <a:spcPts val="0"/>
              </a:spcAft>
              <a:buClr>
                <a:schemeClr val="dk1"/>
              </a:buClr>
              <a:buSzPts val="3700"/>
              <a:buFont typeface="Arial"/>
              <a:buNone/>
            </a:pPr>
            <a:r>
              <a:rPr b="1" i="0" lang="en-US" sz="3100" u="none" cap="none" strike="noStrike">
                <a:solidFill>
                  <a:srgbClr val="3896D2"/>
                </a:solidFill>
                <a:latin typeface="Fira Sans"/>
                <a:ea typeface="Fira Sans"/>
                <a:cs typeface="Fira Sans"/>
                <a:sym typeface="Fira Sans"/>
              </a:rPr>
              <a:t>Today’s Agenda</a:t>
            </a:r>
            <a:endParaRPr b="0" i="0" sz="3100" u="none" cap="none" strike="noStrike">
              <a:solidFill>
                <a:srgbClr val="3896D2"/>
              </a:solidFill>
              <a:latin typeface="Fira Sans"/>
              <a:ea typeface="Fira Sans"/>
              <a:cs typeface="Fira Sans"/>
              <a:sym typeface="Fira Sans"/>
            </a:endParaRPr>
          </a:p>
        </p:txBody>
      </p:sp>
      <p:grpSp>
        <p:nvGrpSpPr>
          <p:cNvPr id="881" name="Google Shape;881;p148"/>
          <p:cNvGrpSpPr/>
          <p:nvPr/>
        </p:nvGrpSpPr>
        <p:grpSpPr>
          <a:xfrm>
            <a:off x="6231955" y="1442558"/>
            <a:ext cx="2115727" cy="4693798"/>
            <a:chOff x="4761575" y="1076333"/>
            <a:chExt cx="1645200" cy="3657600"/>
          </a:xfrm>
        </p:grpSpPr>
        <p:sp>
          <p:nvSpPr>
            <p:cNvPr id="882" name="Google Shape;882;p148"/>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Scope and sandbox: what it may change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883" name="Google Shape;883;p148"/>
            <p:cNvSpPr/>
            <p:nvPr/>
          </p:nvSpPr>
          <p:spPr>
            <a:xfrm>
              <a:off x="5063608"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1FC2BA"/>
                  </a:solidFill>
                  <a:latin typeface="Fira Sans Medium"/>
                  <a:ea typeface="Fira Sans Medium"/>
                  <a:cs typeface="Fira Sans Medium"/>
                  <a:sym typeface="Fira Sans Medium"/>
                </a:rPr>
                <a:t>3</a:t>
              </a:r>
              <a:endParaRPr i="0" sz="1900" u="none" cap="none" strike="noStrike">
                <a:solidFill>
                  <a:srgbClr val="1FC2BA"/>
                </a:solidFill>
                <a:latin typeface="Fira Sans"/>
                <a:ea typeface="Fira Sans"/>
                <a:cs typeface="Fira Sans"/>
                <a:sym typeface="Fira Sans"/>
              </a:endParaRPr>
            </a:p>
          </p:txBody>
        </p:sp>
      </p:grpSp>
      <p:cxnSp>
        <p:nvCxnSpPr>
          <p:cNvPr id="884" name="Google Shape;884;p148"/>
          <p:cNvCxnSpPr/>
          <p:nvPr/>
        </p:nvCxnSpPr>
        <p:spPr>
          <a:xfrm>
            <a:off x="339084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885" name="Google Shape;885;p148"/>
          <p:cNvGrpSpPr/>
          <p:nvPr/>
        </p:nvGrpSpPr>
        <p:grpSpPr>
          <a:xfrm>
            <a:off x="1069668" y="1442693"/>
            <a:ext cx="2115727" cy="4694101"/>
            <a:chOff x="707593" y="1076334"/>
            <a:chExt cx="1645200" cy="3524100"/>
          </a:xfrm>
        </p:grpSpPr>
        <p:sp>
          <p:nvSpPr>
            <p:cNvPr id="886" name="Google Shape;886;p148"/>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rPr b="1" lang="en-US" sz="1600">
                  <a:solidFill>
                    <a:srgbClr val="FFFFFF"/>
                  </a:solidFill>
                  <a:latin typeface="Fira Sans"/>
                  <a:ea typeface="Fira Sans"/>
                  <a:cs typeface="Fira Sans"/>
                  <a:sym typeface="Fira Sans"/>
                </a:rPr>
                <a:t>Instructions: what the agent knows</a:t>
              </a:r>
              <a:endParaRPr b="1" sz="1600">
                <a:solidFill>
                  <a:srgbClr val="FFFFFF"/>
                </a:solidFill>
                <a:latin typeface="Fira Sans"/>
                <a:ea typeface="Fira Sans"/>
                <a:cs typeface="Fira Sans"/>
                <a:sym typeface="Fira Sans"/>
              </a:endParaRPr>
            </a:p>
          </p:txBody>
        </p:sp>
        <p:sp>
          <p:nvSpPr>
            <p:cNvPr id="887" name="Google Shape;887;p148"/>
            <p:cNvSpPr/>
            <p:nvPr/>
          </p:nvSpPr>
          <p:spPr>
            <a:xfrm>
              <a:off x="1038950"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FBB831"/>
                  </a:solidFill>
                  <a:latin typeface="Fira Sans Medium"/>
                  <a:ea typeface="Fira Sans Medium"/>
                  <a:cs typeface="Fira Sans Medium"/>
                  <a:sym typeface="Fira Sans Medium"/>
                </a:rPr>
                <a:t>1</a:t>
              </a:r>
              <a:endParaRPr i="0" sz="1900" u="none" cap="none" strike="noStrike">
                <a:solidFill>
                  <a:srgbClr val="FBB831"/>
                </a:solidFill>
                <a:latin typeface="Fira Sans"/>
                <a:ea typeface="Fira Sans"/>
                <a:cs typeface="Fira Sans"/>
                <a:sym typeface="Fira Sans"/>
              </a:endParaRPr>
            </a:p>
          </p:txBody>
        </p:sp>
      </p:grpSp>
      <p:sp>
        <p:nvSpPr>
          <p:cNvPr id="888" name="Google Shape;888;p148"/>
          <p:cNvSpPr txBox="1"/>
          <p:nvPr/>
        </p:nvSpPr>
        <p:spPr>
          <a:xfrm>
            <a:off x="6854130" y="595800"/>
            <a:ext cx="386700" cy="495900"/>
          </a:xfrm>
          <a:prstGeom prst="rect">
            <a:avLst/>
          </a:prstGeom>
          <a:noFill/>
          <a:ln>
            <a:noFill/>
          </a:ln>
        </p:spPr>
        <p:txBody>
          <a:bodyPr anchorCtr="0" anchor="t" bIns="120225" lIns="120225" spcFirstLastPara="1" rIns="120225" wrap="square" tIns="120225">
            <a:noAutofit/>
          </a:bodyPr>
          <a:lstStyle/>
          <a:p>
            <a:pPr indent="0" lvl="0" marL="0" marR="0" rtl="0" algn="l">
              <a:lnSpc>
                <a:spcPct val="115000"/>
              </a:lnSpc>
              <a:spcBef>
                <a:spcPts val="0"/>
              </a:spcBef>
              <a:spcAft>
                <a:spcPts val="0"/>
              </a:spcAft>
              <a:buClr>
                <a:srgbClr val="000000"/>
              </a:buClr>
              <a:buSzPts val="4000"/>
              <a:buFont typeface="Arial"/>
              <a:buNone/>
            </a:pPr>
            <a:r>
              <a:rPr b="0" i="0" lang="en-US" sz="2700" u="none" cap="none" strike="noStrike">
                <a:solidFill>
                  <a:srgbClr val="FFFFFF"/>
                </a:solidFill>
                <a:latin typeface="Fira Sans"/>
                <a:ea typeface="Fira Sans"/>
                <a:cs typeface="Fira Sans"/>
                <a:sym typeface="Fira Sans"/>
              </a:rPr>
              <a:t>⭐</a:t>
            </a:r>
            <a:endParaRPr b="0" i="0" sz="2700" u="none" cap="none" strike="noStrike">
              <a:solidFill>
                <a:srgbClr val="FFFFFF"/>
              </a:solidFill>
              <a:latin typeface="Fira Sans"/>
              <a:ea typeface="Fira Sans"/>
              <a:cs typeface="Fira Sans"/>
              <a:sym typeface="Fira Sans"/>
            </a:endParaRPr>
          </a:p>
        </p:txBody>
      </p:sp>
      <p:cxnSp>
        <p:nvCxnSpPr>
          <p:cNvPr id="889" name="Google Shape;889;p148"/>
          <p:cNvCxnSpPr/>
          <p:nvPr/>
        </p:nvCxnSpPr>
        <p:spPr>
          <a:xfrm>
            <a:off x="597195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890" name="Google Shape;890;p148"/>
          <p:cNvGrpSpPr/>
          <p:nvPr/>
        </p:nvGrpSpPr>
        <p:grpSpPr>
          <a:xfrm>
            <a:off x="3625150" y="1442465"/>
            <a:ext cx="2115727" cy="4708607"/>
            <a:chOff x="2734593" y="1076334"/>
            <a:chExt cx="1645200" cy="3649800"/>
          </a:xfrm>
        </p:grpSpPr>
        <p:sp>
          <p:nvSpPr>
            <p:cNvPr id="891" name="Google Shape;891;p148"/>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rgbClr val="FFFFFF"/>
                  </a:solidFill>
                  <a:latin typeface="Fira Sans"/>
                  <a:ea typeface="Fira Sans"/>
                  <a:cs typeface="Fira Sans"/>
                  <a:sym typeface="Fira Sans"/>
                </a:rPr>
                <a:t>State and sessions: what it remembers</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rgbClr val="FFFFFF"/>
                </a:solidFill>
                <a:latin typeface="Fira Sans"/>
                <a:ea typeface="Fira Sans"/>
                <a:cs typeface="Fira Sans"/>
                <a:sym typeface="Fira Sans"/>
              </a:endParaRPr>
            </a:p>
          </p:txBody>
        </p:sp>
        <p:sp>
          <p:nvSpPr>
            <p:cNvPr id="892" name="Google Shape;892;p148"/>
            <p:cNvSpPr/>
            <p:nvPr/>
          </p:nvSpPr>
          <p:spPr>
            <a:xfrm>
              <a:off x="3065942"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C27BA0"/>
                  </a:solidFill>
                  <a:latin typeface="Fira Sans Medium"/>
                  <a:ea typeface="Fira Sans Medium"/>
                  <a:cs typeface="Fira Sans Medium"/>
                  <a:sym typeface="Fira Sans Medium"/>
                </a:rPr>
                <a:t>2</a:t>
              </a:r>
              <a:endParaRPr i="0" sz="1900" u="none" cap="none" strike="noStrike">
                <a:solidFill>
                  <a:srgbClr val="C27BA0"/>
                </a:solidFill>
                <a:latin typeface="Fira Sans"/>
                <a:ea typeface="Fira Sans"/>
                <a:cs typeface="Fira Sans"/>
                <a:sym typeface="Fira Sans"/>
              </a:endParaRPr>
            </a:p>
          </p:txBody>
        </p:sp>
      </p:grpSp>
      <p:pic>
        <p:nvPicPr>
          <p:cNvPr id="893" name="Google Shape;893;p148"/>
          <p:cNvPicPr preferRelativeResize="0"/>
          <p:nvPr/>
        </p:nvPicPr>
        <p:blipFill rotWithShape="1">
          <a:blip r:embed="rId3">
            <a:alphaModFix/>
          </a:blip>
          <a:srcRect b="0" l="0" r="0" t="0"/>
          <a:stretch/>
        </p:blipFill>
        <p:spPr>
          <a:xfrm>
            <a:off x="1801476" y="3760491"/>
            <a:ext cx="651781" cy="651781"/>
          </a:xfrm>
          <a:prstGeom prst="rect">
            <a:avLst/>
          </a:prstGeom>
          <a:noFill/>
          <a:ln>
            <a:noFill/>
          </a:ln>
        </p:spPr>
      </p:pic>
      <p:pic>
        <p:nvPicPr>
          <p:cNvPr id="894" name="Google Shape;894;p148"/>
          <p:cNvPicPr preferRelativeResize="0"/>
          <p:nvPr/>
        </p:nvPicPr>
        <p:blipFill rotWithShape="1">
          <a:blip r:embed="rId4">
            <a:alphaModFix/>
          </a:blip>
          <a:srcRect b="0" l="0" r="0" t="0"/>
          <a:stretch/>
        </p:blipFill>
        <p:spPr>
          <a:xfrm>
            <a:off x="4252638" y="3760507"/>
            <a:ext cx="651749" cy="651749"/>
          </a:xfrm>
          <a:prstGeom prst="rect">
            <a:avLst/>
          </a:prstGeom>
          <a:noFill/>
          <a:ln>
            <a:noFill/>
          </a:ln>
        </p:spPr>
      </p:pic>
      <p:pic>
        <p:nvPicPr>
          <p:cNvPr id="895" name="Google Shape;895;p148"/>
          <p:cNvPicPr preferRelativeResize="0"/>
          <p:nvPr/>
        </p:nvPicPr>
        <p:blipFill rotWithShape="1">
          <a:blip r:embed="rId5">
            <a:alphaModFix/>
          </a:blip>
          <a:srcRect b="0" l="0" r="0" t="0"/>
          <a:stretch/>
        </p:blipFill>
        <p:spPr>
          <a:xfrm>
            <a:off x="7016346" y="3813102"/>
            <a:ext cx="546586" cy="546586"/>
          </a:xfrm>
          <a:prstGeom prst="rect">
            <a:avLst/>
          </a:prstGeom>
          <a:noFill/>
          <a:ln>
            <a:noFill/>
          </a:ln>
        </p:spPr>
      </p:pic>
      <p:sp>
        <p:nvSpPr>
          <p:cNvPr id="896" name="Google Shape;896;p148"/>
          <p:cNvSpPr/>
          <p:nvPr/>
        </p:nvSpPr>
        <p:spPr>
          <a:xfrm>
            <a:off x="8928765" y="1442851"/>
            <a:ext cx="2193600" cy="4693500"/>
          </a:xfrm>
          <a:prstGeom prst="round2SameRect">
            <a:avLst>
              <a:gd fmla="val 50000" name="adj1"/>
              <a:gd fmla="val 0" name="adj2"/>
            </a:avLst>
          </a:prstGeom>
          <a:solidFill>
            <a:srgbClr val="3A80B6"/>
          </a:solidFill>
          <a:ln>
            <a:noFill/>
          </a:ln>
        </p:spPr>
        <p:txBody>
          <a:bodyPr anchorCtr="0" anchor="t" bIns="121900" lIns="0" spcFirstLastPara="1" rIns="0" wrap="square" tIns="1828800">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5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Verification: what proves it is done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897" name="Google Shape;897;p148"/>
          <p:cNvSpPr/>
          <p:nvPr/>
        </p:nvSpPr>
        <p:spPr>
          <a:xfrm>
            <a:off x="9393749" y="1773881"/>
            <a:ext cx="1263600" cy="12609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lang="en-US" sz="6400">
                <a:solidFill>
                  <a:srgbClr val="3A80B6"/>
                </a:solidFill>
                <a:latin typeface="Fira Sans Extra Condensed Medium"/>
                <a:ea typeface="Fira Sans Extra Condensed Medium"/>
                <a:cs typeface="Fira Sans Extra Condensed Medium"/>
                <a:sym typeface="Fira Sans Extra Condensed Medium"/>
              </a:rPr>
              <a:t>4</a:t>
            </a:r>
            <a:endParaRPr b="0" i="0" sz="1900" u="none" cap="none" strike="noStrike">
              <a:solidFill>
                <a:srgbClr val="3A80B6"/>
              </a:solidFill>
              <a:latin typeface="Arial"/>
              <a:ea typeface="Arial"/>
              <a:cs typeface="Arial"/>
              <a:sym typeface="Arial"/>
            </a:endParaRPr>
          </a:p>
        </p:txBody>
      </p:sp>
      <p:pic>
        <p:nvPicPr>
          <p:cNvPr id="898" name="Google Shape;898;p148"/>
          <p:cNvPicPr preferRelativeResize="0"/>
          <p:nvPr/>
        </p:nvPicPr>
        <p:blipFill>
          <a:blip r:embed="rId6">
            <a:alphaModFix/>
          </a:blip>
          <a:stretch>
            <a:fillRect/>
          </a:stretch>
        </p:blipFill>
        <p:spPr>
          <a:xfrm>
            <a:off x="9777546" y="3813238"/>
            <a:ext cx="546600" cy="546600"/>
          </a:xfrm>
          <a:prstGeom prst="rect">
            <a:avLst/>
          </a:prstGeom>
          <a:solidFill>
            <a:srgbClr val="3A80B6"/>
          </a:solidFill>
          <a:ln>
            <a:noFill/>
          </a:ln>
        </p:spPr>
      </p:pic>
      <p:cxnSp>
        <p:nvCxnSpPr>
          <p:cNvPr id="899" name="Google Shape;899;p148"/>
          <p:cNvCxnSpPr/>
          <p:nvPr/>
        </p:nvCxnSpPr>
        <p:spPr>
          <a:xfrm>
            <a:off x="8623885" y="1681586"/>
            <a:ext cx="28800" cy="4693500"/>
          </a:xfrm>
          <a:prstGeom prst="straightConnector1">
            <a:avLst/>
          </a:prstGeom>
          <a:noFill/>
          <a:ln cap="flat" cmpd="sng" w="18425">
            <a:solidFill>
              <a:srgbClr val="FF0000"/>
            </a:solidFill>
            <a:prstDash val="solid"/>
            <a:round/>
            <a:headEnd len="med" w="med" type="diamond"/>
            <a:tailEnd len="med" w="med" type="diamond"/>
          </a:ln>
        </p:spPr>
      </p:cxn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149"/>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Failure story:</a:t>
            </a:r>
            <a:r>
              <a:rPr b="1" i="0" lang="en-US" sz="3000">
                <a:solidFill>
                  <a:srgbClr val="FFFFFF"/>
                </a:solidFill>
                <a:latin typeface="Fira Sans"/>
                <a:ea typeface="Fira Sans"/>
                <a:cs typeface="Fira Sans"/>
                <a:sym typeface="Fira Sans"/>
              </a:rPr>
              <a:t> A tidy diff in a shared file</a:t>
            </a:r>
            <a:endParaRPr/>
          </a:p>
        </p:txBody>
      </p:sp>
      <p:sp>
        <p:nvSpPr>
          <p:cNvPr id="905" name="Google Shape;905;p149"/>
          <p:cNvSpPr txBox="1"/>
          <p:nvPr/>
        </p:nvSpPr>
        <p:spPr>
          <a:xfrm>
            <a:off x="548790" y="150198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An illustrative ticket: Feature 4: Version checks on issue edits, with a list of files to change</a:t>
            </a:r>
            <a:endParaRPr/>
          </a:p>
        </p:txBody>
      </p:sp>
      <p:sp>
        <p:nvSpPr>
          <p:cNvPr id="906" name="Google Shape;906;p149"/>
          <p:cNvSpPr/>
          <p:nvPr/>
        </p:nvSpPr>
        <p:spPr>
          <a:xfrm>
            <a:off x="548640" y="2026920"/>
            <a:ext cx="3545738" cy="1426464"/>
          </a:xfrm>
          <a:prstGeom prst="roundRect">
            <a:avLst>
              <a:gd fmla="val 7692"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Needs a new error class</a:t>
            </a:r>
            <a:endParaRPr/>
          </a:p>
        </p:txBody>
      </p:sp>
      <p:sp>
        <p:nvSpPr>
          <p:cNvPr id="907" name="Google Shape;907;p149"/>
          <p:cNvSpPr/>
          <p:nvPr/>
        </p:nvSpPr>
        <p:spPr>
          <a:xfrm>
            <a:off x="731520" y="2154936"/>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1</a:t>
            </a:r>
            <a:endParaRPr/>
          </a:p>
        </p:txBody>
      </p:sp>
      <p:cxnSp>
        <p:nvCxnSpPr>
          <p:cNvPr id="908" name="Google Shape;908;p149"/>
          <p:cNvCxnSpPr/>
          <p:nvPr/>
        </p:nvCxnSpPr>
        <p:spPr>
          <a:xfrm>
            <a:off x="4130954" y="2740152"/>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909" name="Google Shape;909;p149"/>
          <p:cNvSpPr/>
          <p:nvPr/>
        </p:nvSpPr>
        <p:spPr>
          <a:xfrm>
            <a:off x="4322978" y="2026920"/>
            <a:ext cx="3545738" cy="1426464"/>
          </a:xfrm>
          <a:prstGeom prst="roundRect">
            <a:avLst>
              <a:gd fmla="val 7692"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Handbook points to app/services/errors.py</a:t>
            </a:r>
            <a:endParaRPr/>
          </a:p>
        </p:txBody>
      </p:sp>
      <p:sp>
        <p:nvSpPr>
          <p:cNvPr id="910" name="Google Shape;910;p149"/>
          <p:cNvSpPr/>
          <p:nvPr/>
        </p:nvSpPr>
        <p:spPr>
          <a:xfrm>
            <a:off x="4505858" y="2154936"/>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2</a:t>
            </a:r>
            <a:endParaRPr/>
          </a:p>
        </p:txBody>
      </p:sp>
      <p:cxnSp>
        <p:nvCxnSpPr>
          <p:cNvPr id="911" name="Google Shape;911;p149"/>
          <p:cNvCxnSpPr/>
          <p:nvPr/>
        </p:nvCxnSpPr>
        <p:spPr>
          <a:xfrm>
            <a:off x="7905292" y="2740152"/>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912" name="Google Shape;912;p149"/>
          <p:cNvSpPr/>
          <p:nvPr/>
        </p:nvSpPr>
        <p:spPr>
          <a:xfrm>
            <a:off x="8097316" y="2026920"/>
            <a:ext cx="3545738" cy="1426464"/>
          </a:xfrm>
          <a:prstGeom prst="roundRect">
            <a:avLst>
              <a:gd fmla="val 7692"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Edits a module every endpoint imports</a:t>
            </a:r>
            <a:endParaRPr/>
          </a:p>
        </p:txBody>
      </p:sp>
      <p:sp>
        <p:nvSpPr>
          <p:cNvPr id="913" name="Google Shape;913;p149"/>
          <p:cNvSpPr/>
          <p:nvPr/>
        </p:nvSpPr>
        <p:spPr>
          <a:xfrm>
            <a:off x="8280196" y="2154936"/>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3</a:t>
            </a:r>
            <a:endParaRPr/>
          </a:p>
        </p:txBody>
      </p:sp>
      <p:sp>
        <p:nvSpPr>
          <p:cNvPr id="914" name="Google Shape;914;p149"/>
          <p:cNvSpPr/>
          <p:nvPr/>
        </p:nvSpPr>
        <p:spPr>
          <a:xfrm>
            <a:off x="2435809" y="3864864"/>
            <a:ext cx="3545738" cy="1426464"/>
          </a:xfrm>
          <a:prstGeom prst="roundRect">
            <a:avLst>
              <a:gd fmla="val 7692"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Small diff, tests pass, approved</a:t>
            </a:r>
            <a:endParaRPr/>
          </a:p>
        </p:txBody>
      </p:sp>
      <p:sp>
        <p:nvSpPr>
          <p:cNvPr id="915" name="Google Shape;915;p149"/>
          <p:cNvSpPr/>
          <p:nvPr/>
        </p:nvSpPr>
        <p:spPr>
          <a:xfrm>
            <a:off x="2618689" y="3992879"/>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4</a:t>
            </a:r>
            <a:endParaRPr/>
          </a:p>
        </p:txBody>
      </p:sp>
      <p:cxnSp>
        <p:nvCxnSpPr>
          <p:cNvPr id="916" name="Google Shape;916;p149"/>
          <p:cNvCxnSpPr/>
          <p:nvPr/>
        </p:nvCxnSpPr>
        <p:spPr>
          <a:xfrm>
            <a:off x="6018123" y="4578096"/>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917" name="Google Shape;917;p149"/>
          <p:cNvSpPr/>
          <p:nvPr/>
        </p:nvSpPr>
        <p:spPr>
          <a:xfrm>
            <a:off x="6210147" y="3864864"/>
            <a:ext cx="3545738" cy="1426464"/>
          </a:xfrm>
          <a:prstGeom prst="roundRect">
            <a:avLst>
              <a:gd fmla="val 7692" name="adj"/>
            </a:avLst>
          </a:prstGeom>
          <a:solidFill>
            <a:srgbClr val="F0F3F6"/>
          </a:solidFill>
          <a:ln cap="flat" cmpd="sng" w="38100">
            <a:solidFill>
              <a:srgbClr val="E46962"/>
            </a:solidFill>
            <a:prstDash val="solid"/>
            <a:round/>
            <a:headEnd len="sm" w="sm" type="none"/>
            <a:tailEnd len="sm" w="sm" type="none"/>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 month later: the wrong status, nobody links it</a:t>
            </a:r>
            <a:endParaRPr/>
          </a:p>
        </p:txBody>
      </p:sp>
      <p:sp>
        <p:nvSpPr>
          <p:cNvPr id="918" name="Google Shape;918;p149"/>
          <p:cNvSpPr/>
          <p:nvPr/>
        </p:nvSpPr>
        <p:spPr>
          <a:xfrm>
            <a:off x="6393027" y="3992879"/>
            <a:ext cx="512064" cy="512064"/>
          </a:xfrm>
          <a:prstGeom prst="ellipse">
            <a:avLst/>
          </a:prstGeom>
          <a:solidFill>
            <a:srgbClr val="E4696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5</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50"/>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Scope:</a:t>
            </a:r>
            <a:r>
              <a:rPr b="1" i="0" lang="en-US" sz="3000">
                <a:solidFill>
                  <a:srgbClr val="FFFFFF"/>
                </a:solidFill>
                <a:latin typeface="Fira Sans"/>
                <a:ea typeface="Fira Sans"/>
                <a:cs typeface="Fira Sans"/>
                <a:sym typeface="Fira Sans"/>
              </a:rPr>
              <a:t> Is the ticket's file list enough?</a:t>
            </a:r>
            <a:endParaRPr/>
          </a:p>
        </p:txBody>
      </p:sp>
      <p:sp>
        <p:nvSpPr>
          <p:cNvPr id="924" name="Google Shape;924;p150"/>
          <p:cNvSpPr txBox="1"/>
          <p:nvPr/>
        </p:nvSpPr>
        <p:spPr>
          <a:xfrm>
            <a:off x="548790" y="139873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ticket lists the files to change, and both arms read the same list. Is that enough?</a:t>
            </a:r>
            <a:endParaRPr/>
          </a:p>
        </p:txBody>
      </p:sp>
      <p:sp>
        <p:nvSpPr>
          <p:cNvPr id="925" name="Google Shape;925;p150"/>
          <p:cNvSpPr/>
          <p:nvPr/>
        </p:nvSpPr>
        <p:spPr>
          <a:xfrm>
            <a:off x="548640" y="2132279"/>
            <a:ext cx="11094415" cy="965199"/>
          </a:xfrm>
          <a:prstGeom prst="roundRect">
            <a:avLst>
              <a:gd fmla="val 11368" name="adj"/>
            </a:avLst>
          </a:prstGeom>
          <a:solidFill>
            <a:srgbClr val="F0F3F6"/>
          </a:solidFill>
          <a:ln cap="flat" cmpd="sng" w="38100">
            <a:solidFill>
              <a:srgbClr val="FFAB40"/>
            </a:solidFill>
            <a:prstDash val="solid"/>
            <a:round/>
            <a:headEnd len="sm" w="sm" type="none"/>
            <a:tailEnd len="sm" w="sm" type="none"/>
          </a:ln>
        </p:spPr>
        <p:txBody>
          <a:bodyPr anchorCtr="0" anchor="ctr" bIns="182875" lIns="274300" spcFirstLastPara="1" rIns="274300" wrap="square" tIns="18287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KEY IDEA</a:t>
            </a:r>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No: text is a request. Check every tool call in code.</a:t>
            </a:r>
            <a:endParaRPr/>
          </a:p>
        </p:txBody>
      </p:sp>
      <p:sp>
        <p:nvSpPr>
          <p:cNvPr id="926" name="Google Shape;926;p150"/>
          <p:cNvSpPr/>
          <p:nvPr/>
        </p:nvSpPr>
        <p:spPr>
          <a:xfrm>
            <a:off x="1188720" y="3713784"/>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Nothing checks the list; the handbook points elsewhere</a:t>
            </a:r>
            <a:endParaRPr/>
          </a:p>
        </p:txBody>
      </p:sp>
      <p:sp>
        <p:nvSpPr>
          <p:cNvPr id="927" name="Google Shape;927;p150"/>
          <p:cNvSpPr/>
          <p:nvPr/>
        </p:nvSpPr>
        <p:spPr>
          <a:xfrm>
            <a:off x="548640" y="3750360"/>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1</a:t>
            </a:r>
            <a:endParaRPr/>
          </a:p>
        </p:txBody>
      </p:sp>
      <p:sp>
        <p:nvSpPr>
          <p:cNvPr id="928" name="Google Shape;928;p150"/>
          <p:cNvSpPr/>
          <p:nvPr/>
        </p:nvSpPr>
        <p:spPr>
          <a:xfrm>
            <a:off x="1188720" y="4655616"/>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"Less likely" is not "never"</a:t>
            </a:r>
            <a:endParaRPr/>
          </a:p>
        </p:txBody>
      </p:sp>
      <p:sp>
        <p:nvSpPr>
          <p:cNvPr id="929" name="Google Shape;929;p150"/>
          <p:cNvSpPr/>
          <p:nvPr/>
        </p:nvSpPr>
        <p:spPr>
          <a:xfrm>
            <a:off x="548640" y="4692192"/>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2</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151"/>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1) One feature at a time:</a:t>
            </a:r>
            <a:r>
              <a:rPr b="1" i="0" lang="en-US" sz="3000">
                <a:solidFill>
                  <a:srgbClr val="FFFFFF"/>
                </a:solidFill>
                <a:latin typeface="Fira Sans"/>
                <a:ea typeface="Fira Sans"/>
                <a:cs typeface="Fira Sans"/>
                <a:sym typeface="Fira Sans"/>
              </a:rPr>
              <a:t> feature_list.json</a:t>
            </a:r>
            <a:endParaRPr/>
          </a:p>
        </p:txBody>
      </p:sp>
      <p:sp>
        <p:nvSpPr>
          <p:cNvPr id="935" name="Google Shape;935;p151"/>
          <p:cNvSpPr txBox="1"/>
          <p:nvPr/>
        </p:nvSpPr>
        <p:spPr>
          <a:xfrm>
            <a:off x="548790" y="1047058"/>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harness writes one feature with passes: false.</a:t>
            </a:r>
            <a:endParaRPr/>
          </a:p>
        </p:txBody>
      </p:sp>
      <p:sp>
        <p:nvSpPr>
          <p:cNvPr id="936" name="Google Shape;936;p151"/>
          <p:cNvSpPr/>
          <p:nvPr/>
        </p:nvSpPr>
        <p:spPr>
          <a:xfrm>
            <a:off x="548640" y="1649093"/>
            <a:ext cx="11094415" cy="3361692"/>
          </a:xfrm>
          <a:prstGeom prst="roundRect">
            <a:avLst>
              <a:gd fmla="val 3264"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feature-list-lifecycle: The feature-list-lifecycle diagram: harness writes passes: false, agent reads it, the harness test run sets passes: true with evidence and testedAt." id="937" name="Google Shape;937;p151"/>
          <p:cNvPicPr preferRelativeResize="0"/>
          <p:nvPr/>
        </p:nvPicPr>
        <p:blipFill rotWithShape="1">
          <a:blip r:embed="rId3">
            <a:alphaModFix/>
          </a:blip>
          <a:srcRect b="0" l="0" r="0" t="0"/>
          <a:stretch/>
        </p:blipFill>
        <p:spPr>
          <a:xfrm>
            <a:off x="594360" y="1694813"/>
            <a:ext cx="11002975" cy="3270252"/>
          </a:xfrm>
          <a:prstGeom prst="rect">
            <a:avLst/>
          </a:prstGeom>
          <a:noFill/>
          <a:ln>
            <a:noFill/>
          </a:ln>
        </p:spPr>
      </p:pic>
      <p:sp>
        <p:nvSpPr>
          <p:cNvPr id="938" name="Google Shape;938;p151"/>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Only the harness sets passes to true, from its own test run.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2"/>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2) Allowed paths per phase, checked by code</a:t>
            </a:r>
            <a:endParaRPr/>
          </a:p>
        </p:txBody>
      </p:sp>
      <p:sp>
        <p:nvSpPr>
          <p:cNvPr id="944" name="Google Shape;944;p152"/>
          <p:cNvSpPr txBox="1"/>
          <p:nvPr/>
        </p:nvSpPr>
        <p:spPr>
          <a:xfrm>
            <a:off x="548640" y="910488"/>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Every tool call is checked against the phase's allowed paths.</a:t>
            </a:r>
            <a:endParaRPr/>
          </a:p>
        </p:txBody>
      </p:sp>
      <p:sp>
        <p:nvSpPr>
          <p:cNvPr id="945" name="Google Shape;945;p152"/>
          <p:cNvSpPr/>
          <p:nvPr/>
        </p:nvSpPr>
        <p:spPr>
          <a:xfrm>
            <a:off x="548640" y="1520222"/>
            <a:ext cx="11094415" cy="3619435"/>
          </a:xfrm>
          <a:prstGeom prst="roundRect">
            <a:avLst>
              <a:gd fmla="val 3031"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scope-check-flow: The scope-check-flow diagram: agent tool call → &quot;path allowed in this phase?&quot; → yes: workspace; no: BLOCKED (patch, nothing written) or REVERTED (command, restored from snapshot)." id="946" name="Google Shape;946;p152"/>
          <p:cNvPicPr preferRelativeResize="0"/>
          <p:nvPr/>
        </p:nvPicPr>
        <p:blipFill rotWithShape="1">
          <a:blip r:embed="rId3">
            <a:alphaModFix/>
          </a:blip>
          <a:srcRect b="0" l="0" r="0" t="0"/>
          <a:stretch/>
        </p:blipFill>
        <p:spPr>
          <a:xfrm>
            <a:off x="594360" y="1565942"/>
            <a:ext cx="11002975" cy="3527995"/>
          </a:xfrm>
          <a:prstGeom prst="rect">
            <a:avLst/>
          </a:prstGeom>
          <a:noFill/>
          <a:ln>
            <a:noFill/>
          </a:ln>
        </p:spPr>
      </p:pic>
      <p:sp>
        <p:nvSpPr>
          <p:cNvPr id="947" name="Google Shape;947;p152"/>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A patch outside the list is BLOCKED; a command's stray writes are REVERTED.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53"/>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3) The sandbox boundary:</a:t>
            </a:r>
            <a:r>
              <a:rPr b="1" i="0" lang="en-US" sz="3000">
                <a:solidFill>
                  <a:srgbClr val="FFFFFF"/>
                </a:solidFill>
                <a:latin typeface="Fira Sans"/>
                <a:ea typeface="Fira Sans"/>
                <a:cs typeface="Fira Sans"/>
                <a:sym typeface="Fira Sans"/>
              </a:rPr>
              <a:t> where the keys live</a:t>
            </a:r>
            <a:endParaRPr/>
          </a:p>
        </p:txBody>
      </p:sp>
      <p:sp>
        <p:nvSpPr>
          <p:cNvPr id="953" name="Google Shape;953;p153"/>
          <p:cNvSpPr txBox="1"/>
          <p:nvPr/>
        </p:nvSpPr>
        <p:spPr>
          <a:xfrm>
            <a:off x="548640" y="865311"/>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Every tool command runs in one container per arm; the loop and the keys stay on the host.</a:t>
            </a:r>
            <a:endParaRPr/>
          </a:p>
        </p:txBody>
      </p:sp>
      <p:sp>
        <p:nvSpPr>
          <p:cNvPr id="954" name="Google Shape;954;p153"/>
          <p:cNvSpPr/>
          <p:nvPr/>
        </p:nvSpPr>
        <p:spPr>
          <a:xfrm>
            <a:off x="548640" y="1412090"/>
            <a:ext cx="11094415" cy="3835699"/>
          </a:xfrm>
          <a:prstGeom prst="roundRect">
            <a:avLst>
              <a:gd fmla="val 2860"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sandbox-boundary: The sandbox-boundary diagram: host box (agent loop, API keys, harness) outside; container box inside (tool commands, /work), network crossed out, only /work and /tmp writable." id="955" name="Google Shape;955;p153"/>
          <p:cNvPicPr preferRelativeResize="0"/>
          <p:nvPr/>
        </p:nvPicPr>
        <p:blipFill rotWithShape="1">
          <a:blip r:embed="rId3">
            <a:alphaModFix/>
          </a:blip>
          <a:srcRect b="0" l="0" r="0" t="0"/>
          <a:stretch/>
        </p:blipFill>
        <p:spPr>
          <a:xfrm>
            <a:off x="594360" y="1457810"/>
            <a:ext cx="11002975" cy="3744259"/>
          </a:xfrm>
          <a:prstGeom prst="rect">
            <a:avLst/>
          </a:prstGeom>
          <a:noFill/>
          <a:ln>
            <a:noFill/>
          </a:ln>
        </p:spPr>
      </p:pic>
      <p:sp>
        <p:nvSpPr>
          <p:cNvPr id="956" name="Google Shape;956;p153"/>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No network, read-only root, the same container for both arms: never the A/B variable.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154"/>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4) Least privilege:</a:t>
            </a:r>
            <a:r>
              <a:rPr b="1" i="0" lang="en-US" sz="3000">
                <a:solidFill>
                  <a:srgbClr val="FFFFFF"/>
                </a:solidFill>
                <a:latin typeface="Fira Sans"/>
                <a:ea typeface="Fira Sans"/>
                <a:cs typeface="Fira Sans"/>
                <a:sym typeface="Fira Sans"/>
              </a:rPr>
              <a:t> two refusals, two questions</a:t>
            </a:r>
            <a:endParaRPr/>
          </a:p>
        </p:txBody>
      </p:sp>
      <p:sp>
        <p:nvSpPr>
          <p:cNvPr id="962" name="Google Shape;962;p154"/>
          <p:cNvSpPr txBox="1"/>
          <p:nvPr/>
        </p:nvSpPr>
        <p:spPr>
          <a:xfrm>
            <a:off x="548640" y="908625"/>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"enforce boundaries centrally, allow autonomy locally."</a:t>
            </a:r>
            <a:endParaRPr/>
          </a:p>
        </p:txBody>
      </p:sp>
      <p:sp>
        <p:nvSpPr>
          <p:cNvPr id="963" name="Google Shape;963;p154"/>
          <p:cNvSpPr/>
          <p:nvPr/>
        </p:nvSpPr>
        <p:spPr>
          <a:xfrm>
            <a:off x="548640" y="1399309"/>
            <a:ext cx="11094415" cy="3861261"/>
          </a:xfrm>
          <a:prstGeom prst="roundRect">
            <a:avLst>
              <a:gd fmla="val 2841"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least-privilege: The least-privilege diagram: nested rings, from outside in: container limits (both arms), allowed paths for the phase (harness arm), the one feature; the two refusal labels blocked and sandbox_denied on their rings." id="964" name="Google Shape;964;p154"/>
          <p:cNvPicPr preferRelativeResize="0"/>
          <p:nvPr/>
        </p:nvPicPr>
        <p:blipFill rotWithShape="1">
          <a:blip r:embed="rId3">
            <a:alphaModFix/>
          </a:blip>
          <a:srcRect b="0" l="0" r="0" t="0"/>
          <a:stretch/>
        </p:blipFill>
        <p:spPr>
          <a:xfrm>
            <a:off x="594360" y="1445029"/>
            <a:ext cx="11002975" cy="3769821"/>
          </a:xfrm>
          <a:prstGeom prst="rect">
            <a:avLst/>
          </a:prstGeom>
          <a:noFill/>
          <a:ln>
            <a:noFill/>
          </a:ln>
        </p:spPr>
      </p:pic>
      <p:sp>
        <p:nvSpPr>
          <p:cNvPr id="965" name="Google Shape;965;p154"/>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Scope asks "in scope now?"; the sandbox asks "possible at all?"</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155"/>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Cheat Sheet:</a:t>
            </a:r>
            <a:r>
              <a:rPr b="1" i="0" lang="en-US" sz="3000">
                <a:solidFill>
                  <a:srgbClr val="FFFFFF"/>
                </a:solidFill>
                <a:latin typeface="Fira Sans"/>
                <a:ea typeface="Fira Sans"/>
                <a:cs typeface="Fira Sans"/>
                <a:sym typeface="Fira Sans"/>
              </a:rPr>
              <a:t> Four boundaries for one feature</a:t>
            </a:r>
            <a:endParaRPr/>
          </a:p>
        </p:txBody>
      </p:sp>
      <p:sp>
        <p:nvSpPr>
          <p:cNvPr id="971" name="Google Shape;971;p155"/>
          <p:cNvSpPr txBox="1"/>
          <p:nvPr/>
        </p:nvSpPr>
        <p:spPr>
          <a:xfrm>
            <a:off x="548640" y="1255134"/>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Refer back to this when you scope your next agent task.</a:t>
            </a:r>
            <a:endParaRPr/>
          </a:p>
        </p:txBody>
      </p:sp>
      <p:graphicFrame>
        <p:nvGraphicFramePr>
          <p:cNvPr id="972" name="Google Shape;972;p155"/>
          <p:cNvGraphicFramePr/>
          <p:nvPr/>
        </p:nvGraphicFramePr>
        <p:xfrm>
          <a:off x="548640" y="2129790"/>
          <a:ext cx="3000000" cy="3000000"/>
        </p:xfrm>
        <a:graphic>
          <a:graphicData uri="http://schemas.openxmlformats.org/drawingml/2006/table">
            <a:tbl>
              <a:tblPr firstRow="1">
                <a:noFill/>
                <a:tableStyleId>{01364A0A-BACB-46D7-832C-BCCBC61AE77F}</a:tableStyleId>
              </a:tblPr>
              <a:tblGrid>
                <a:gridCol w="2206700"/>
                <a:gridCol w="3994000"/>
                <a:gridCol w="4893725"/>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Boundary</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What it does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Arm</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feature_list.json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One feature; harness sets passes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Harness only</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Allowed paths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Per phase; patch blocked, command reverted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Harness only</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Sandbox</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No network, keys on the host</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Both</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Least privilege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Non-root, caps, two refusal types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Both</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56"/>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2500" u="none" cap="none" strike="noStrike">
                <a:solidFill>
                  <a:srgbClr val="3896D2"/>
                </a:solidFill>
                <a:latin typeface="Fira Sans"/>
                <a:ea typeface="Fira Sans"/>
                <a:cs typeface="Fira Sans"/>
                <a:sym typeface="Fira Sans"/>
              </a:rPr>
              <a:t>Section 3: </a:t>
            </a:r>
            <a:r>
              <a:rPr b="1" i="0" lang="en-US" sz="2500" u="none" cap="none" strike="noStrike">
                <a:solidFill>
                  <a:schemeClr val="lt1"/>
                </a:solidFill>
                <a:latin typeface="Fira Sans"/>
                <a:ea typeface="Fira Sans"/>
                <a:cs typeface="Fira Sans"/>
                <a:sym typeface="Fira Sans"/>
              </a:rPr>
              <a:t>Scope and sandbox - Implementation Notes: Scope at work</a:t>
            </a:r>
            <a:endParaRPr b="1" i="0" sz="3000" u="none" cap="none" strike="noStrike">
              <a:solidFill>
                <a:schemeClr val="lt1"/>
              </a:solidFill>
              <a:latin typeface="Fira Sans"/>
              <a:ea typeface="Fira Sans"/>
              <a:cs typeface="Fira Sans"/>
              <a:sym typeface="Fira Sans"/>
            </a:endParaRPr>
          </a:p>
        </p:txBody>
      </p:sp>
      <p:pic>
        <p:nvPicPr>
          <p:cNvPr id="978" name="Google Shape;978;p156"/>
          <p:cNvPicPr preferRelativeResize="0"/>
          <p:nvPr/>
        </p:nvPicPr>
        <p:blipFill rotWithShape="1">
          <a:blip r:embed="rId3">
            <a:alphaModFix/>
          </a:blip>
          <a:srcRect b="0" l="0" r="0" t="0"/>
          <a:stretch/>
        </p:blipFill>
        <p:spPr>
          <a:xfrm>
            <a:off x="2125100" y="1368767"/>
            <a:ext cx="7757549" cy="4652933"/>
          </a:xfrm>
          <a:prstGeom prst="rect">
            <a:avLst/>
          </a:prstGeom>
          <a:noFill/>
          <a:ln>
            <a:noFill/>
          </a:ln>
        </p:spPr>
      </p:pic>
      <p:sp>
        <p:nvSpPr>
          <p:cNvPr id="979" name="Google Shape;979;p156">
            <a:hlinkClick r:id="rId4"/>
          </p:cNvPr>
          <p:cNvSpPr/>
          <p:nvPr/>
        </p:nvSpPr>
        <p:spPr>
          <a:xfrm>
            <a:off x="5012075" y="3305000"/>
            <a:ext cx="1983600" cy="51060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u="sng">
                <a:solidFill>
                  <a:schemeClr val="hlink"/>
                </a:solidFill>
                <a:latin typeface="Lexend Medium"/>
                <a:ea typeface="Lexend Medium"/>
                <a:cs typeface="Lexend Medium"/>
                <a:sym typeface="Lexend Medium"/>
                <a:hlinkClick r:id="rId5"/>
              </a:rPr>
              <a:t>DEMO - 3</a:t>
            </a:r>
            <a:endParaRPr b="0" i="0" sz="1400" u="sng" cap="none" strike="noStrike">
              <a:solidFill>
                <a:srgbClr val="6568F5"/>
              </a:solidFill>
              <a:latin typeface="Lexend Medium"/>
              <a:ea typeface="Lexend Medium"/>
              <a:cs typeface="Lexend Medium"/>
              <a:sym typeface="Lexend Medium"/>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57"/>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US" sz="1700" u="none" cap="none" strike="noStrike">
                <a:solidFill>
                  <a:schemeClr val="lt1"/>
                </a:solidFill>
                <a:latin typeface="Fira Sans"/>
                <a:ea typeface="Fira Sans"/>
                <a:cs typeface="Fira Sans"/>
                <a:sym typeface="Fira Sans"/>
              </a:rPr>
              <a:t>Ask about anything:</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Concepts from today's sections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How this applies to your work</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Implementation details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Clarifications on what we covered</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700"/>
              <a:buFont typeface="Arial"/>
              <a:buNone/>
            </a:pPr>
            <a:br>
              <a:rPr b="0"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Quick Request</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Please do not mind if a question gets skipped accidentally</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Repost politely in chat if needed</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We will try our best to cover as many questions as possible</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700"/>
              <a:buFont typeface="Arial"/>
              <a:buNone/>
            </a:pPr>
            <a:br>
              <a:rPr b="1" i="0" lang="en-US" sz="1700" u="none" cap="none" strike="noStrike">
                <a:solidFill>
                  <a:schemeClr val="lt1"/>
                </a:solidFill>
                <a:latin typeface="Fira Sans"/>
                <a:ea typeface="Fira Sans"/>
                <a:cs typeface="Fira Sans"/>
                <a:sym typeface="Fira Sans"/>
              </a:rPr>
            </a:br>
            <a:br>
              <a:rPr b="1"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Remember:</a:t>
            </a:r>
            <a:r>
              <a:rPr b="0" i="0" lang="en-US" sz="1700" u="none" cap="none" strike="noStrike">
                <a:solidFill>
                  <a:schemeClr val="lt1"/>
                </a:solidFill>
                <a:latin typeface="Fira Sans"/>
                <a:ea typeface="Fira Sans"/>
                <a:cs typeface="Fira Sans"/>
                <a:sym typeface="Fira Sans"/>
              </a:rPr>
              <a:t> </a:t>
            </a:r>
            <a:r>
              <a:rPr b="0" i="0" lang="en-US" sz="1700" u="none" cap="none" strike="noStrike">
                <a:solidFill>
                  <a:schemeClr val="accent1"/>
                </a:solidFill>
                <a:latin typeface="Fira Sans"/>
                <a:ea typeface="Fira Sans"/>
                <a:cs typeface="Fira Sans"/>
                <a:sym typeface="Fira Sans"/>
              </a:rPr>
              <a:t>If you're wondering about it, others probably are too.</a:t>
            </a:r>
            <a:endParaRPr b="0" i="0" sz="1700" u="none" cap="none" strike="noStrike">
              <a:solidFill>
                <a:schemeClr val="accent1"/>
              </a:solidFill>
              <a:latin typeface="Fira Sans"/>
              <a:ea typeface="Fira Sans"/>
              <a:cs typeface="Fira Sans"/>
              <a:sym typeface="Fira Sans"/>
            </a:endParaRPr>
          </a:p>
        </p:txBody>
      </p:sp>
      <p:sp>
        <p:nvSpPr>
          <p:cNvPr id="985" name="Google Shape;985;p157"/>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400"/>
              </a:spcBef>
              <a:spcAft>
                <a:spcPts val="400"/>
              </a:spcAft>
              <a:buClr>
                <a:schemeClr val="dk1"/>
              </a:buClr>
              <a:buSzPts val="1100"/>
              <a:buFont typeface="Arial"/>
              <a:buNone/>
            </a:pPr>
            <a:r>
              <a:rPr b="1" i="0" lang="en-US" sz="2000" u="none" cap="none" strike="noStrike">
                <a:solidFill>
                  <a:schemeClr val="accent1"/>
                </a:solidFill>
                <a:latin typeface="Fira Sans"/>
                <a:ea typeface="Fira Sans"/>
                <a:cs typeface="Fira Sans"/>
                <a:sym typeface="Fira Sans"/>
              </a:rPr>
              <a:t>No Question Is Too Small Every Question Deserves an Answer!!</a:t>
            </a:r>
            <a:endParaRPr b="1" i="0" sz="3000" u="none" cap="none" strike="noStrike">
              <a:solidFill>
                <a:srgbClr val="3896D2"/>
              </a:solidFill>
              <a:latin typeface="Fira Sans"/>
              <a:ea typeface="Fira Sans"/>
              <a:cs typeface="Fira Sans"/>
              <a:sym typeface="Fira Sans"/>
            </a:endParaRPr>
          </a:p>
        </p:txBody>
      </p:sp>
      <p:pic>
        <p:nvPicPr>
          <p:cNvPr descr="Questions and answers illustration" id="986" name="Google Shape;986;p157"/>
          <p:cNvPicPr preferRelativeResize="0"/>
          <p:nvPr/>
        </p:nvPicPr>
        <p:blipFill rotWithShape="1">
          <a:blip r:embed="rId3">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158"/>
          <p:cNvSpPr txBox="1"/>
          <p:nvPr/>
        </p:nvSpPr>
        <p:spPr>
          <a:xfrm>
            <a:off x="323533" y="113067"/>
            <a:ext cx="11360700" cy="763500"/>
          </a:xfrm>
          <a:prstGeom prst="rect">
            <a:avLst/>
          </a:prstGeom>
          <a:noFill/>
          <a:ln>
            <a:noFill/>
          </a:ln>
        </p:spPr>
        <p:txBody>
          <a:bodyPr anchorCtr="0" anchor="t" bIns="121925" lIns="121925" spcFirstLastPara="1" rIns="121925" wrap="square" tIns="121925">
            <a:noAutofit/>
          </a:bodyPr>
          <a:lstStyle/>
          <a:p>
            <a:pPr indent="0" lvl="0" marL="0" marR="0" rtl="0" algn="l">
              <a:lnSpc>
                <a:spcPct val="150000"/>
              </a:lnSpc>
              <a:spcBef>
                <a:spcPts val="0"/>
              </a:spcBef>
              <a:spcAft>
                <a:spcPts val="0"/>
              </a:spcAft>
              <a:buClr>
                <a:schemeClr val="dk1"/>
              </a:buClr>
              <a:buSzPts val="3700"/>
              <a:buFont typeface="Arial"/>
              <a:buNone/>
            </a:pPr>
            <a:r>
              <a:rPr b="1" lang="en-US" sz="3100">
                <a:solidFill>
                  <a:srgbClr val="3896D2"/>
                </a:solidFill>
                <a:latin typeface="Fira Sans"/>
                <a:ea typeface="Fira Sans"/>
                <a:cs typeface="Fira Sans"/>
                <a:sym typeface="Fira Sans"/>
              </a:rPr>
              <a:t>Live Zoom Poll</a:t>
            </a:r>
            <a:endParaRPr b="1" sz="3100">
              <a:solidFill>
                <a:schemeClr val="lt1"/>
              </a:solidFill>
              <a:latin typeface="Fira Sans"/>
              <a:ea typeface="Fira Sans"/>
              <a:cs typeface="Fira Sans"/>
              <a:sym typeface="Fira Sans"/>
            </a:endParaRPr>
          </a:p>
        </p:txBody>
      </p:sp>
      <p:pic>
        <p:nvPicPr>
          <p:cNvPr id="992" name="Google Shape;992;p158"/>
          <p:cNvPicPr preferRelativeResize="0"/>
          <p:nvPr/>
        </p:nvPicPr>
        <p:blipFill rotWithShape="1">
          <a:blip r:embed="rId3">
            <a:alphaModFix/>
          </a:blip>
          <a:srcRect b="8156" l="0" r="0" t="0"/>
          <a:stretch/>
        </p:blipFill>
        <p:spPr>
          <a:xfrm>
            <a:off x="3842601" y="1160588"/>
            <a:ext cx="4322549" cy="3969975"/>
          </a:xfrm>
          <a:prstGeom prst="rect">
            <a:avLst/>
          </a:prstGeom>
          <a:noFill/>
          <a:ln>
            <a:noFill/>
          </a:ln>
        </p:spPr>
      </p:pic>
      <p:sp>
        <p:nvSpPr>
          <p:cNvPr id="993" name="Google Shape;993;p158"/>
          <p:cNvSpPr txBox="1"/>
          <p:nvPr/>
        </p:nvSpPr>
        <p:spPr>
          <a:xfrm>
            <a:off x="2850150" y="5414575"/>
            <a:ext cx="6492000" cy="954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500">
                <a:solidFill>
                  <a:schemeClr val="accent1"/>
                </a:solidFill>
                <a:latin typeface="Fira Sans"/>
                <a:ea typeface="Fira Sans"/>
                <a:cs typeface="Fira Sans"/>
                <a:sym typeface="Fira Sans"/>
              </a:rPr>
              <a:t>We are launching a poll on Zoom. Please take 2 minutes to fill out the form.</a:t>
            </a:r>
            <a:endParaRPr b="1" sz="2500">
              <a:solidFill>
                <a:schemeClr val="accent1"/>
              </a:solidFill>
              <a:latin typeface="Fira Sans"/>
              <a:ea typeface="Fira Sans"/>
              <a:cs typeface="Fira Sans"/>
              <a:sym typeface="Fira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59"/>
          <p:cNvSpPr txBox="1"/>
          <p:nvPr>
            <p:ph type="title"/>
          </p:nvPr>
        </p:nvSpPr>
        <p:spPr>
          <a:xfrm>
            <a:off x="746075" y="5645554"/>
            <a:ext cx="10515600" cy="817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b="1" lang="en-US" sz="2500">
                <a:solidFill>
                  <a:schemeClr val="accent1"/>
                </a:solidFill>
              </a:rPr>
              <a:t>A 5-minute break is starting now. Please return when the timer ends to continue the presentation</a:t>
            </a:r>
            <a:endParaRPr b="1" sz="2500">
              <a:solidFill>
                <a:schemeClr val="accent1"/>
              </a:solidFill>
            </a:endParaRPr>
          </a:p>
        </p:txBody>
      </p:sp>
      <p:sp>
        <p:nvSpPr>
          <p:cNvPr id="999" name="Google Shape;999;p159"/>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3000" u="none" cap="none" strike="noStrike">
                <a:solidFill>
                  <a:srgbClr val="3896D2"/>
                </a:solidFill>
                <a:latin typeface="Fira Sans"/>
                <a:ea typeface="Fira Sans"/>
                <a:cs typeface="Fira Sans"/>
                <a:sym typeface="Fira Sans"/>
              </a:rPr>
              <a:t>Time for a Break</a:t>
            </a:r>
            <a:endParaRPr b="1" i="0" sz="3000" u="none" cap="none" strike="noStrike">
              <a:solidFill>
                <a:srgbClr val="3896D2"/>
              </a:solidFill>
              <a:latin typeface="Fira Sans"/>
              <a:ea typeface="Fira Sans"/>
              <a:cs typeface="Fira Sans"/>
              <a:sym typeface="Fira Sans"/>
            </a:endParaRPr>
          </a:p>
        </p:txBody>
      </p:sp>
      <p:pic>
        <p:nvPicPr>
          <p:cNvPr descr="Set a timer for 5 minutes. This 5 minute timer with alarm silently counts down to 00:00 and then alerts you with a gentle alarm sound.&#10;&#10;What Is the 5 Minute Timer?&#10;If you're looking for a timer to help you stay on track with your work, a 5 minute countdown is a great option. You can use it to break up your work time into manageable chunks, and it can also help you avoid getting bogged down with one task for too long.&#10;&#10;How to Set a 5 Minute Timer&#10;There are a few different ways to set a 5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 Minute Alarm?&#10;This timer is perfect for work or study sessions. It's also great for any activity where you want to be sure to take a break every 5 minutes, such as cooking, laundry, or working out.&#10;&#10;Online Timer - https://timer.onlinealarmkur.com/en/" id="1000" name="Google Shape;1000;p159" title="5 Minute Timer">
            <a:hlinkClick r:id="rId3"/>
          </p:cNvPr>
          <p:cNvPicPr preferRelativeResize="0"/>
          <p:nvPr/>
        </p:nvPicPr>
        <p:blipFill rotWithShape="1">
          <a:blip r:embed="rId4">
            <a:alphaModFix/>
          </a:blip>
          <a:srcRect b="0" l="0" r="0" t="0"/>
          <a:stretch/>
        </p:blipFill>
        <p:spPr>
          <a:xfrm>
            <a:off x="2320281" y="1189037"/>
            <a:ext cx="7367194" cy="41440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60"/>
          <p:cNvSpPr txBox="1"/>
          <p:nvPr/>
        </p:nvSpPr>
        <p:spPr>
          <a:xfrm>
            <a:off x="323533" y="113067"/>
            <a:ext cx="11360700" cy="763500"/>
          </a:xfrm>
          <a:prstGeom prst="rect">
            <a:avLst/>
          </a:prstGeom>
          <a:noFill/>
          <a:ln>
            <a:noFill/>
          </a:ln>
        </p:spPr>
        <p:txBody>
          <a:bodyPr anchorCtr="0" anchor="t" bIns="121925" lIns="121925" spcFirstLastPara="1" rIns="121925" wrap="square" tIns="121925">
            <a:noAutofit/>
          </a:bodyPr>
          <a:lstStyle/>
          <a:p>
            <a:pPr indent="0" lvl="0" marL="0" marR="0" rtl="0" algn="l">
              <a:lnSpc>
                <a:spcPct val="150000"/>
              </a:lnSpc>
              <a:spcBef>
                <a:spcPts val="0"/>
              </a:spcBef>
              <a:spcAft>
                <a:spcPts val="0"/>
              </a:spcAft>
              <a:buClr>
                <a:schemeClr val="dk1"/>
              </a:buClr>
              <a:buSzPts val="3700"/>
              <a:buFont typeface="Arial"/>
              <a:buNone/>
            </a:pPr>
            <a:r>
              <a:rPr b="1" i="0" lang="en-US" sz="3100" u="none" cap="none" strike="noStrike">
                <a:solidFill>
                  <a:srgbClr val="3896D2"/>
                </a:solidFill>
                <a:latin typeface="Fira Sans"/>
                <a:ea typeface="Fira Sans"/>
                <a:cs typeface="Fira Sans"/>
                <a:sym typeface="Fira Sans"/>
              </a:rPr>
              <a:t>Today’s Agenda</a:t>
            </a:r>
            <a:endParaRPr b="0" i="0" sz="3100" u="none" cap="none" strike="noStrike">
              <a:solidFill>
                <a:srgbClr val="3896D2"/>
              </a:solidFill>
              <a:latin typeface="Fira Sans"/>
              <a:ea typeface="Fira Sans"/>
              <a:cs typeface="Fira Sans"/>
              <a:sym typeface="Fira Sans"/>
            </a:endParaRPr>
          </a:p>
        </p:txBody>
      </p:sp>
      <p:grpSp>
        <p:nvGrpSpPr>
          <p:cNvPr id="1006" name="Google Shape;1006;p160"/>
          <p:cNvGrpSpPr/>
          <p:nvPr/>
        </p:nvGrpSpPr>
        <p:grpSpPr>
          <a:xfrm>
            <a:off x="6231955" y="1442558"/>
            <a:ext cx="2115727" cy="4693798"/>
            <a:chOff x="4761575" y="1076333"/>
            <a:chExt cx="1645200" cy="3657600"/>
          </a:xfrm>
        </p:grpSpPr>
        <p:sp>
          <p:nvSpPr>
            <p:cNvPr id="1007" name="Google Shape;1007;p160"/>
            <p:cNvSpPr/>
            <p:nvPr/>
          </p:nvSpPr>
          <p:spPr>
            <a:xfrm>
              <a:off x="4761575" y="1076333"/>
              <a:ext cx="1645200" cy="3657600"/>
            </a:xfrm>
            <a:prstGeom prst="round2SameRect">
              <a:avLst>
                <a:gd fmla="val 50000" name="adj1"/>
                <a:gd fmla="val 0" name="adj2"/>
              </a:avLst>
            </a:prstGeom>
            <a:solidFill>
              <a:srgbClr val="1FC2BA"/>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6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Scope and sandbox: what it may change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1008" name="Google Shape;1008;p160"/>
            <p:cNvSpPr/>
            <p:nvPr/>
          </p:nvSpPr>
          <p:spPr>
            <a:xfrm>
              <a:off x="5063608"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1FC2BA"/>
                  </a:solidFill>
                  <a:latin typeface="Fira Sans Medium"/>
                  <a:ea typeface="Fira Sans Medium"/>
                  <a:cs typeface="Fira Sans Medium"/>
                  <a:sym typeface="Fira Sans Medium"/>
                </a:rPr>
                <a:t>3</a:t>
              </a:r>
              <a:endParaRPr i="0" sz="1900" u="none" cap="none" strike="noStrike">
                <a:solidFill>
                  <a:srgbClr val="1FC2BA"/>
                </a:solidFill>
                <a:latin typeface="Fira Sans"/>
                <a:ea typeface="Fira Sans"/>
                <a:cs typeface="Fira Sans"/>
                <a:sym typeface="Fira Sans"/>
              </a:endParaRPr>
            </a:p>
          </p:txBody>
        </p:sp>
      </p:grpSp>
      <p:cxnSp>
        <p:nvCxnSpPr>
          <p:cNvPr id="1009" name="Google Shape;1009;p160"/>
          <p:cNvCxnSpPr/>
          <p:nvPr/>
        </p:nvCxnSpPr>
        <p:spPr>
          <a:xfrm>
            <a:off x="339084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1010" name="Google Shape;1010;p160"/>
          <p:cNvGrpSpPr/>
          <p:nvPr/>
        </p:nvGrpSpPr>
        <p:grpSpPr>
          <a:xfrm>
            <a:off x="1069668" y="1442693"/>
            <a:ext cx="2115727" cy="4694101"/>
            <a:chOff x="707593" y="1076334"/>
            <a:chExt cx="1645200" cy="3524100"/>
          </a:xfrm>
        </p:grpSpPr>
        <p:sp>
          <p:nvSpPr>
            <p:cNvPr id="1011" name="Google Shape;1011;p160"/>
            <p:cNvSpPr/>
            <p:nvPr/>
          </p:nvSpPr>
          <p:spPr>
            <a:xfrm>
              <a:off x="707593" y="1076334"/>
              <a:ext cx="1645200" cy="3524100"/>
            </a:xfrm>
            <a:prstGeom prst="round2SameRect">
              <a:avLst>
                <a:gd fmla="val 50000" name="adj1"/>
                <a:gd fmla="val 0" name="adj2"/>
              </a:avLst>
            </a:prstGeom>
            <a:solidFill>
              <a:srgbClr val="FBB831"/>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6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rPr b="1" lang="en-US" sz="1600">
                  <a:solidFill>
                    <a:srgbClr val="FFFFFF"/>
                  </a:solidFill>
                  <a:latin typeface="Fira Sans"/>
                  <a:ea typeface="Fira Sans"/>
                  <a:cs typeface="Fira Sans"/>
                  <a:sym typeface="Fira Sans"/>
                </a:rPr>
                <a:t>Instructions: what the agent knows</a:t>
              </a:r>
              <a:endParaRPr b="1" sz="1600">
                <a:solidFill>
                  <a:srgbClr val="FFFFFF"/>
                </a:solidFill>
                <a:latin typeface="Fira Sans"/>
                <a:ea typeface="Fira Sans"/>
                <a:cs typeface="Fira Sans"/>
                <a:sym typeface="Fira Sans"/>
              </a:endParaRPr>
            </a:p>
          </p:txBody>
        </p:sp>
        <p:sp>
          <p:nvSpPr>
            <p:cNvPr id="1012" name="Google Shape;1012;p160"/>
            <p:cNvSpPr/>
            <p:nvPr/>
          </p:nvSpPr>
          <p:spPr>
            <a:xfrm>
              <a:off x="1038950"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FBB831"/>
                  </a:solidFill>
                  <a:latin typeface="Fira Sans Medium"/>
                  <a:ea typeface="Fira Sans Medium"/>
                  <a:cs typeface="Fira Sans Medium"/>
                  <a:sym typeface="Fira Sans Medium"/>
                </a:rPr>
                <a:t>1</a:t>
              </a:r>
              <a:endParaRPr i="0" sz="1900" u="none" cap="none" strike="noStrike">
                <a:solidFill>
                  <a:srgbClr val="FBB831"/>
                </a:solidFill>
                <a:latin typeface="Fira Sans"/>
                <a:ea typeface="Fira Sans"/>
                <a:cs typeface="Fira Sans"/>
                <a:sym typeface="Fira Sans"/>
              </a:endParaRPr>
            </a:p>
          </p:txBody>
        </p:sp>
      </p:grpSp>
      <p:sp>
        <p:nvSpPr>
          <p:cNvPr id="1013" name="Google Shape;1013;p160"/>
          <p:cNvSpPr txBox="1"/>
          <p:nvPr/>
        </p:nvSpPr>
        <p:spPr>
          <a:xfrm>
            <a:off x="9604300" y="499500"/>
            <a:ext cx="386700" cy="495900"/>
          </a:xfrm>
          <a:prstGeom prst="rect">
            <a:avLst/>
          </a:prstGeom>
          <a:noFill/>
          <a:ln>
            <a:noFill/>
          </a:ln>
        </p:spPr>
        <p:txBody>
          <a:bodyPr anchorCtr="0" anchor="t" bIns="120225" lIns="120225" spcFirstLastPara="1" rIns="120225" wrap="square" tIns="120225">
            <a:noAutofit/>
          </a:bodyPr>
          <a:lstStyle/>
          <a:p>
            <a:pPr indent="0" lvl="0" marL="0" marR="0" rtl="0" algn="l">
              <a:lnSpc>
                <a:spcPct val="115000"/>
              </a:lnSpc>
              <a:spcBef>
                <a:spcPts val="0"/>
              </a:spcBef>
              <a:spcAft>
                <a:spcPts val="0"/>
              </a:spcAft>
              <a:buClr>
                <a:srgbClr val="000000"/>
              </a:buClr>
              <a:buSzPts val="4000"/>
              <a:buFont typeface="Arial"/>
              <a:buNone/>
            </a:pPr>
            <a:r>
              <a:rPr b="0" i="0" lang="en-US" sz="2700" u="none" cap="none" strike="noStrike">
                <a:solidFill>
                  <a:srgbClr val="FFFFFF"/>
                </a:solidFill>
                <a:latin typeface="Fira Sans"/>
                <a:ea typeface="Fira Sans"/>
                <a:cs typeface="Fira Sans"/>
                <a:sym typeface="Fira Sans"/>
              </a:rPr>
              <a:t>⭐</a:t>
            </a:r>
            <a:endParaRPr b="0" i="0" sz="2700" u="none" cap="none" strike="noStrike">
              <a:solidFill>
                <a:srgbClr val="FFFFFF"/>
              </a:solidFill>
              <a:latin typeface="Fira Sans"/>
              <a:ea typeface="Fira Sans"/>
              <a:cs typeface="Fira Sans"/>
              <a:sym typeface="Fira Sans"/>
            </a:endParaRPr>
          </a:p>
        </p:txBody>
      </p:sp>
      <p:cxnSp>
        <p:nvCxnSpPr>
          <p:cNvPr id="1014" name="Google Shape;1014;p160"/>
          <p:cNvCxnSpPr/>
          <p:nvPr/>
        </p:nvCxnSpPr>
        <p:spPr>
          <a:xfrm>
            <a:off x="5971959" y="1739611"/>
            <a:ext cx="28800" cy="4693500"/>
          </a:xfrm>
          <a:prstGeom prst="straightConnector1">
            <a:avLst/>
          </a:prstGeom>
          <a:noFill/>
          <a:ln cap="flat" cmpd="sng" w="18425">
            <a:solidFill>
              <a:srgbClr val="FF0000"/>
            </a:solidFill>
            <a:prstDash val="solid"/>
            <a:round/>
            <a:headEnd len="med" w="med" type="diamond"/>
            <a:tailEnd len="med" w="med" type="diamond"/>
          </a:ln>
        </p:spPr>
      </p:cxnSp>
      <p:grpSp>
        <p:nvGrpSpPr>
          <p:cNvPr id="1015" name="Google Shape;1015;p160"/>
          <p:cNvGrpSpPr/>
          <p:nvPr/>
        </p:nvGrpSpPr>
        <p:grpSpPr>
          <a:xfrm>
            <a:off x="3625150" y="1442465"/>
            <a:ext cx="2115727" cy="4708607"/>
            <a:chOff x="2734593" y="1076334"/>
            <a:chExt cx="1645200" cy="3649800"/>
          </a:xfrm>
        </p:grpSpPr>
        <p:sp>
          <p:nvSpPr>
            <p:cNvPr id="1016" name="Google Shape;1016;p160"/>
            <p:cNvSpPr/>
            <p:nvPr/>
          </p:nvSpPr>
          <p:spPr>
            <a:xfrm>
              <a:off x="2734593" y="1076334"/>
              <a:ext cx="1645200" cy="3649800"/>
            </a:xfrm>
            <a:prstGeom prst="round2SameRect">
              <a:avLst>
                <a:gd fmla="val 50000" name="adj1"/>
                <a:gd fmla="val 0" name="adj2"/>
              </a:avLst>
            </a:prstGeom>
            <a:solidFill>
              <a:srgbClr val="C27BA0"/>
            </a:solidFill>
            <a:ln>
              <a:noFill/>
            </a:ln>
          </p:spPr>
          <p:txBody>
            <a:bodyPr anchorCtr="0" anchor="t" bIns="117625" lIns="0" spcFirstLastPara="1" rIns="0" wrap="square" tIns="1764325">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rgbClr val="FFFFFF"/>
                  </a:solidFill>
                  <a:latin typeface="Fira Sans"/>
                  <a:ea typeface="Fira Sans"/>
                  <a:cs typeface="Fira Sans"/>
                  <a:sym typeface="Fira Sans"/>
                </a:rPr>
                <a:t>State and sessions: what it remembers</a:t>
              </a:r>
              <a:endParaRPr b="1" sz="1600">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rgbClr val="FFFFFF"/>
                </a:solidFill>
                <a:latin typeface="Fira Sans"/>
                <a:ea typeface="Fira Sans"/>
                <a:cs typeface="Fira Sans"/>
                <a:sym typeface="Fira Sans"/>
              </a:endParaRPr>
            </a:p>
          </p:txBody>
        </p:sp>
        <p:sp>
          <p:nvSpPr>
            <p:cNvPr id="1017" name="Google Shape;1017;p160"/>
            <p:cNvSpPr/>
            <p:nvPr/>
          </p:nvSpPr>
          <p:spPr>
            <a:xfrm>
              <a:off x="3065942" y="1342350"/>
              <a:ext cx="982500" cy="9825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i="0" lang="en-US" sz="6400" u="none" cap="none" strike="noStrike">
                  <a:solidFill>
                    <a:srgbClr val="C27BA0"/>
                  </a:solidFill>
                  <a:latin typeface="Fira Sans Medium"/>
                  <a:ea typeface="Fira Sans Medium"/>
                  <a:cs typeface="Fira Sans Medium"/>
                  <a:sym typeface="Fira Sans Medium"/>
                </a:rPr>
                <a:t>2</a:t>
              </a:r>
              <a:endParaRPr i="0" sz="1900" u="none" cap="none" strike="noStrike">
                <a:solidFill>
                  <a:srgbClr val="C27BA0"/>
                </a:solidFill>
                <a:latin typeface="Fira Sans"/>
                <a:ea typeface="Fira Sans"/>
                <a:cs typeface="Fira Sans"/>
                <a:sym typeface="Fira Sans"/>
              </a:endParaRPr>
            </a:p>
          </p:txBody>
        </p:sp>
      </p:grpSp>
      <p:pic>
        <p:nvPicPr>
          <p:cNvPr id="1018" name="Google Shape;1018;p160"/>
          <p:cNvPicPr preferRelativeResize="0"/>
          <p:nvPr/>
        </p:nvPicPr>
        <p:blipFill rotWithShape="1">
          <a:blip r:embed="rId3">
            <a:alphaModFix/>
          </a:blip>
          <a:srcRect b="0" l="0" r="0" t="0"/>
          <a:stretch/>
        </p:blipFill>
        <p:spPr>
          <a:xfrm>
            <a:off x="1801476" y="3760491"/>
            <a:ext cx="651781" cy="651781"/>
          </a:xfrm>
          <a:prstGeom prst="rect">
            <a:avLst/>
          </a:prstGeom>
          <a:noFill/>
          <a:ln>
            <a:noFill/>
          </a:ln>
        </p:spPr>
      </p:pic>
      <p:pic>
        <p:nvPicPr>
          <p:cNvPr id="1019" name="Google Shape;1019;p160"/>
          <p:cNvPicPr preferRelativeResize="0"/>
          <p:nvPr/>
        </p:nvPicPr>
        <p:blipFill rotWithShape="1">
          <a:blip r:embed="rId4">
            <a:alphaModFix/>
          </a:blip>
          <a:srcRect b="0" l="0" r="0" t="0"/>
          <a:stretch/>
        </p:blipFill>
        <p:spPr>
          <a:xfrm>
            <a:off x="4252638" y="3760507"/>
            <a:ext cx="651749" cy="651749"/>
          </a:xfrm>
          <a:prstGeom prst="rect">
            <a:avLst/>
          </a:prstGeom>
          <a:noFill/>
          <a:ln>
            <a:noFill/>
          </a:ln>
        </p:spPr>
      </p:pic>
      <p:pic>
        <p:nvPicPr>
          <p:cNvPr id="1020" name="Google Shape;1020;p160"/>
          <p:cNvPicPr preferRelativeResize="0"/>
          <p:nvPr/>
        </p:nvPicPr>
        <p:blipFill rotWithShape="1">
          <a:blip r:embed="rId5">
            <a:alphaModFix/>
          </a:blip>
          <a:srcRect b="0" l="0" r="0" t="0"/>
          <a:stretch/>
        </p:blipFill>
        <p:spPr>
          <a:xfrm>
            <a:off x="7016346" y="3813102"/>
            <a:ext cx="546586" cy="546586"/>
          </a:xfrm>
          <a:prstGeom prst="rect">
            <a:avLst/>
          </a:prstGeom>
          <a:noFill/>
          <a:ln>
            <a:noFill/>
          </a:ln>
        </p:spPr>
      </p:pic>
      <p:sp>
        <p:nvSpPr>
          <p:cNvPr id="1021" name="Google Shape;1021;p160"/>
          <p:cNvSpPr/>
          <p:nvPr/>
        </p:nvSpPr>
        <p:spPr>
          <a:xfrm>
            <a:off x="8928765" y="1442851"/>
            <a:ext cx="2193600" cy="4693500"/>
          </a:xfrm>
          <a:prstGeom prst="round2SameRect">
            <a:avLst>
              <a:gd fmla="val 50000" name="adj1"/>
              <a:gd fmla="val 0" name="adj2"/>
            </a:avLst>
          </a:prstGeom>
          <a:solidFill>
            <a:srgbClr val="3A80B6"/>
          </a:solidFill>
          <a:ln>
            <a:noFill/>
          </a:ln>
        </p:spPr>
        <p:txBody>
          <a:bodyPr anchorCtr="0" anchor="t" bIns="121900" lIns="0" spcFirstLastPara="1" rIns="0" wrap="square" tIns="1828800">
            <a:noAutofit/>
          </a:bodyPr>
          <a:lstStyle/>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rgbClr val="000000"/>
              </a:buClr>
              <a:buSzPts val="1500"/>
              <a:buFont typeface="Arial"/>
              <a:buNone/>
            </a:pPr>
            <a:r>
              <a:t/>
            </a:r>
            <a:endParaRPr i="0" sz="1500" u="none" cap="none" strike="noStrike">
              <a:solidFill>
                <a:srgbClr val="FFFFFF"/>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5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rPr b="1" lang="en-US" sz="1600">
                <a:solidFill>
                  <a:schemeClr val="lt1"/>
                </a:solidFill>
                <a:latin typeface="Fira Sans"/>
                <a:ea typeface="Fira Sans"/>
                <a:cs typeface="Fira Sans"/>
                <a:sym typeface="Fira Sans"/>
              </a:rPr>
              <a:t>Verification: what proves it is done</a:t>
            </a:r>
            <a:endParaRPr b="1" sz="1600">
              <a:solidFill>
                <a:schemeClr val="lt1"/>
              </a:solidFill>
              <a:latin typeface="Fira Sans"/>
              <a:ea typeface="Fira Sans"/>
              <a:cs typeface="Fira Sans"/>
              <a:sym typeface="Fira Sans"/>
            </a:endParaRPr>
          </a:p>
          <a:p>
            <a:pPr indent="0" lvl="0" marL="0" marR="0" rtl="0" algn="ctr">
              <a:lnSpc>
                <a:spcPct val="100000"/>
              </a:lnSpc>
              <a:spcBef>
                <a:spcPts val="0"/>
              </a:spcBef>
              <a:spcAft>
                <a:spcPts val="0"/>
              </a:spcAft>
              <a:buClr>
                <a:schemeClr val="dk1"/>
              </a:buClr>
              <a:buSzPts val="1500"/>
              <a:buFont typeface="Arial"/>
              <a:buNone/>
            </a:pPr>
            <a:r>
              <a:t/>
            </a:r>
            <a:endParaRPr b="1" sz="1600">
              <a:solidFill>
                <a:schemeClr val="lt1"/>
              </a:solidFill>
              <a:latin typeface="Fira Sans"/>
              <a:ea typeface="Fira Sans"/>
              <a:cs typeface="Fira Sans"/>
              <a:sym typeface="Fira Sans"/>
            </a:endParaRPr>
          </a:p>
        </p:txBody>
      </p:sp>
      <p:sp>
        <p:nvSpPr>
          <p:cNvPr id="1022" name="Google Shape;1022;p160"/>
          <p:cNvSpPr/>
          <p:nvPr/>
        </p:nvSpPr>
        <p:spPr>
          <a:xfrm>
            <a:off x="9393749" y="1773881"/>
            <a:ext cx="1263600" cy="1260900"/>
          </a:xfrm>
          <a:prstGeom prst="ellipse">
            <a:avLst/>
          </a:prstGeom>
          <a:solidFill>
            <a:srgbClr val="FFFFFF"/>
          </a:solidFill>
          <a:ln>
            <a:noFill/>
          </a:ln>
        </p:spPr>
        <p:txBody>
          <a:bodyPr anchorCtr="0" anchor="ctr" bIns="117625" lIns="117625" spcFirstLastPara="1" rIns="117625" wrap="square" tIns="117625">
            <a:noAutofit/>
          </a:bodyPr>
          <a:lstStyle/>
          <a:p>
            <a:pPr indent="0" lvl="0" marL="0" marR="0" rtl="0" algn="ctr">
              <a:lnSpc>
                <a:spcPct val="100000"/>
              </a:lnSpc>
              <a:spcBef>
                <a:spcPts val="0"/>
              </a:spcBef>
              <a:spcAft>
                <a:spcPts val="0"/>
              </a:spcAft>
              <a:buClr>
                <a:srgbClr val="000000"/>
              </a:buClr>
              <a:buSzPts val="6400"/>
              <a:buFont typeface="Arial"/>
              <a:buNone/>
            </a:pPr>
            <a:r>
              <a:rPr lang="en-US" sz="6400">
                <a:solidFill>
                  <a:srgbClr val="3A80B6"/>
                </a:solidFill>
                <a:latin typeface="Fira Sans Extra Condensed Medium"/>
                <a:ea typeface="Fira Sans Extra Condensed Medium"/>
                <a:cs typeface="Fira Sans Extra Condensed Medium"/>
                <a:sym typeface="Fira Sans Extra Condensed Medium"/>
              </a:rPr>
              <a:t>4</a:t>
            </a:r>
            <a:endParaRPr b="0" i="0" sz="1900" u="none" cap="none" strike="noStrike">
              <a:solidFill>
                <a:srgbClr val="3A80B6"/>
              </a:solidFill>
              <a:latin typeface="Arial"/>
              <a:ea typeface="Arial"/>
              <a:cs typeface="Arial"/>
              <a:sym typeface="Arial"/>
            </a:endParaRPr>
          </a:p>
        </p:txBody>
      </p:sp>
      <p:pic>
        <p:nvPicPr>
          <p:cNvPr id="1023" name="Google Shape;1023;p160"/>
          <p:cNvPicPr preferRelativeResize="0"/>
          <p:nvPr/>
        </p:nvPicPr>
        <p:blipFill>
          <a:blip r:embed="rId6">
            <a:alphaModFix/>
          </a:blip>
          <a:stretch>
            <a:fillRect/>
          </a:stretch>
        </p:blipFill>
        <p:spPr>
          <a:xfrm>
            <a:off x="9777546" y="3813238"/>
            <a:ext cx="546600" cy="546600"/>
          </a:xfrm>
          <a:prstGeom prst="rect">
            <a:avLst/>
          </a:prstGeom>
          <a:solidFill>
            <a:srgbClr val="3A80B6"/>
          </a:solidFill>
          <a:ln>
            <a:noFill/>
          </a:ln>
        </p:spPr>
      </p:pic>
      <p:cxnSp>
        <p:nvCxnSpPr>
          <p:cNvPr id="1024" name="Google Shape;1024;p160"/>
          <p:cNvCxnSpPr/>
          <p:nvPr/>
        </p:nvCxnSpPr>
        <p:spPr>
          <a:xfrm>
            <a:off x="8623885" y="1681586"/>
            <a:ext cx="28800" cy="4693500"/>
          </a:xfrm>
          <a:prstGeom prst="straightConnector1">
            <a:avLst/>
          </a:prstGeom>
          <a:noFill/>
          <a:ln cap="flat" cmpd="sng" w="18425">
            <a:solidFill>
              <a:srgbClr val="FF0000"/>
            </a:solidFill>
            <a:prstDash val="solid"/>
            <a:round/>
            <a:headEnd len="med" w="med" type="diamond"/>
            <a:tailEnd len="med" w="med" type="diamond"/>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61"/>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Failure story:</a:t>
            </a:r>
            <a:r>
              <a:rPr b="1" i="0" lang="en-US" sz="3000">
                <a:solidFill>
                  <a:srgbClr val="FFFFFF"/>
                </a:solidFill>
                <a:latin typeface="Fira Sans"/>
                <a:ea typeface="Fira Sans"/>
                <a:cs typeface="Fira Sans"/>
                <a:sym typeface="Fira Sans"/>
              </a:rPr>
              <a:t> Done, but two edits still collide</a:t>
            </a:r>
            <a:endParaRPr/>
          </a:p>
        </p:txBody>
      </p:sp>
      <p:sp>
        <p:nvSpPr>
          <p:cNvPr id="1030" name="Google Shape;1030;p161"/>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An illustrative ticket: Feature 4: Version checks on issue edits, stop lost updates</a:t>
            </a:r>
            <a:endParaRPr/>
          </a:p>
        </p:txBody>
      </p:sp>
      <p:sp>
        <p:nvSpPr>
          <p:cNvPr id="1031" name="Google Shape;1031;p161"/>
          <p:cNvSpPr/>
          <p:nvPr/>
        </p:nvSpPr>
        <p:spPr>
          <a:xfrm>
            <a:off x="548639"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Adds the header check to three endpoints</a:t>
            </a:r>
            <a:endParaRPr/>
          </a:p>
        </p:txBody>
      </p:sp>
      <p:sp>
        <p:nvSpPr>
          <p:cNvPr id="1032" name="Google Shape;1032;p161"/>
          <p:cNvSpPr/>
          <p:nvPr/>
        </p:nvSpPr>
        <p:spPr>
          <a:xfrm>
            <a:off x="731519"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1</a:t>
            </a:r>
            <a:endParaRPr/>
          </a:p>
        </p:txBody>
      </p:sp>
      <p:cxnSp>
        <p:nvCxnSpPr>
          <p:cNvPr id="1033" name="Google Shape;1033;p161"/>
          <p:cNvCxnSpPr/>
          <p:nvPr/>
        </p:nvCxnSpPr>
        <p:spPr>
          <a:xfrm>
            <a:off x="2621219"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1034" name="Google Shape;1034;p161"/>
          <p:cNvSpPr/>
          <p:nvPr/>
        </p:nvSpPr>
        <p:spPr>
          <a:xfrm>
            <a:off x="2813243"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Writes a happy-path test</a:t>
            </a:r>
            <a:endParaRPr/>
          </a:p>
        </p:txBody>
      </p:sp>
      <p:sp>
        <p:nvSpPr>
          <p:cNvPr id="1035" name="Google Shape;1035;p161"/>
          <p:cNvSpPr/>
          <p:nvPr/>
        </p:nvSpPr>
        <p:spPr>
          <a:xfrm>
            <a:off x="2996123"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2</a:t>
            </a:r>
            <a:endParaRPr/>
          </a:p>
        </p:txBody>
      </p:sp>
      <p:cxnSp>
        <p:nvCxnSpPr>
          <p:cNvPr id="1036" name="Google Shape;1036;p161"/>
          <p:cNvCxnSpPr/>
          <p:nvPr/>
        </p:nvCxnSpPr>
        <p:spPr>
          <a:xfrm>
            <a:off x="4885822"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1037" name="Google Shape;1037;p161"/>
          <p:cNvSpPr/>
          <p:nvPr/>
        </p:nvSpPr>
        <p:spPr>
          <a:xfrm>
            <a:off x="5077846"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Runs the suite: all green</a:t>
            </a:r>
            <a:endParaRPr/>
          </a:p>
        </p:txBody>
      </p:sp>
      <p:sp>
        <p:nvSpPr>
          <p:cNvPr id="1038" name="Google Shape;1038;p161"/>
          <p:cNvSpPr/>
          <p:nvPr/>
        </p:nvSpPr>
        <p:spPr>
          <a:xfrm>
            <a:off x="5260726"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3</a:t>
            </a:r>
            <a:endParaRPr/>
          </a:p>
        </p:txBody>
      </p:sp>
      <p:cxnSp>
        <p:nvCxnSpPr>
          <p:cNvPr id="1039" name="Google Shape;1039;p161"/>
          <p:cNvCxnSpPr/>
          <p:nvPr/>
        </p:nvCxnSpPr>
        <p:spPr>
          <a:xfrm>
            <a:off x="7150425"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1040" name="Google Shape;1040;p161"/>
          <p:cNvSpPr/>
          <p:nvPr/>
        </p:nvSpPr>
        <p:spPr>
          <a:xfrm>
            <a:off x="7342449" y="2671572"/>
            <a:ext cx="2036003" cy="1975104"/>
          </a:xfrm>
          <a:prstGeom prst="roundRect">
            <a:avLst>
              <a:gd fmla="val 5555"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Reports "Done, the full suite passes"</a:t>
            </a:r>
            <a:endParaRPr/>
          </a:p>
        </p:txBody>
      </p:sp>
      <p:sp>
        <p:nvSpPr>
          <p:cNvPr id="1041" name="Google Shape;1041;p161"/>
          <p:cNvSpPr/>
          <p:nvPr/>
        </p:nvSpPr>
        <p:spPr>
          <a:xfrm>
            <a:off x="7525329" y="2799588"/>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4</a:t>
            </a:r>
            <a:endParaRPr/>
          </a:p>
        </p:txBody>
      </p:sp>
      <p:cxnSp>
        <p:nvCxnSpPr>
          <p:cNvPr id="1042" name="Google Shape;1042;p161"/>
          <p:cNvCxnSpPr/>
          <p:nvPr/>
        </p:nvCxnSpPr>
        <p:spPr>
          <a:xfrm>
            <a:off x="9415028" y="3659124"/>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1043" name="Google Shape;1043;p161"/>
          <p:cNvSpPr/>
          <p:nvPr/>
        </p:nvSpPr>
        <p:spPr>
          <a:xfrm>
            <a:off x="9607052" y="2671572"/>
            <a:ext cx="2036003" cy="1975104"/>
          </a:xfrm>
          <a:prstGeom prst="roundRect">
            <a:avLst>
              <a:gd fmla="val 5555" name="adj"/>
            </a:avLst>
          </a:prstGeom>
          <a:solidFill>
            <a:srgbClr val="F0F3F6"/>
          </a:solidFill>
          <a:ln cap="flat" cmpd="sng" w="38100">
            <a:solidFill>
              <a:srgbClr val="E46962"/>
            </a:solidFill>
            <a:prstDash val="solid"/>
            <a:round/>
            <a:headEnd len="sm" w="sm" type="none"/>
            <a:tailEnd len="sm" w="sm" type="none"/>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After release: two editors still overwrite each other</a:t>
            </a:r>
            <a:endParaRPr/>
          </a:p>
        </p:txBody>
      </p:sp>
      <p:sp>
        <p:nvSpPr>
          <p:cNvPr id="1044" name="Google Shape;1044;p161"/>
          <p:cNvSpPr/>
          <p:nvPr/>
        </p:nvSpPr>
        <p:spPr>
          <a:xfrm>
            <a:off x="9789932" y="2799588"/>
            <a:ext cx="512064" cy="512064"/>
          </a:xfrm>
          <a:prstGeom prst="ellipse">
            <a:avLst/>
          </a:prstGeom>
          <a:solidFill>
            <a:srgbClr val="E4696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5</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62"/>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Verification:</a:t>
            </a:r>
            <a:r>
              <a:rPr b="1" i="0" lang="en-US" sz="3000">
                <a:solidFill>
                  <a:srgbClr val="FFFFFF"/>
                </a:solidFill>
                <a:latin typeface="Fira Sans"/>
                <a:ea typeface="Fira Sans"/>
                <a:cs typeface="Fira Sans"/>
                <a:sym typeface="Fira Sans"/>
              </a:rPr>
              <a:t> Suite green. Are version checks done?</a:t>
            </a:r>
            <a:endParaRPr/>
          </a:p>
        </p:txBody>
      </p:sp>
      <p:sp>
        <p:nvSpPr>
          <p:cNvPr id="1050" name="Google Shape;1050;p162"/>
          <p:cNvSpPr txBox="1"/>
          <p:nvPr/>
        </p:nvSpPr>
        <p:spPr>
          <a:xfrm>
            <a:off x="548790" y="1189583"/>
            <a:ext cx="11094300" cy="6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 bare arm before class: 191 visible tests passing, "Verified the complete visible suite", finish(claim="done"). Done?</a:t>
            </a:r>
            <a:endParaRPr/>
          </a:p>
        </p:txBody>
      </p:sp>
      <p:sp>
        <p:nvSpPr>
          <p:cNvPr id="1051" name="Google Shape;1051;p162"/>
          <p:cNvSpPr/>
          <p:nvPr/>
        </p:nvSpPr>
        <p:spPr>
          <a:xfrm>
            <a:off x="548640" y="2284679"/>
            <a:ext cx="11094415" cy="965199"/>
          </a:xfrm>
          <a:prstGeom prst="roundRect">
            <a:avLst>
              <a:gd fmla="val 11368" name="adj"/>
            </a:avLst>
          </a:prstGeom>
          <a:solidFill>
            <a:srgbClr val="F0F3F6"/>
          </a:solidFill>
          <a:ln cap="flat" cmpd="sng" w="38100">
            <a:solidFill>
              <a:srgbClr val="FFAB40"/>
            </a:solidFill>
            <a:prstDash val="solid"/>
            <a:round/>
            <a:headEnd len="sm" w="sm" type="none"/>
            <a:tailEnd len="sm" w="sm" type="none"/>
          </a:ln>
        </p:spPr>
        <p:txBody>
          <a:bodyPr anchorCtr="0" anchor="ctr" bIns="182875" lIns="274300" spcFirstLastPara="1" rIns="274300" wrap="square" tIns="182875">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24158"/>
                </a:solidFill>
                <a:latin typeface="Fira Sans"/>
                <a:ea typeface="Fira Sans"/>
                <a:cs typeface="Fira Sans"/>
                <a:sym typeface="Fira Sans"/>
              </a:rPr>
              <a:t>KEY IDEA</a:t>
            </a:r>
            <a:endParaRPr/>
          </a:p>
          <a:p>
            <a:pPr indent="0" lvl="0" marL="0" marR="0" rtl="0" algn="l">
              <a:lnSpc>
                <a:spcPct val="100000"/>
              </a:lnSpc>
              <a:spcBef>
                <a:spcPts val="400"/>
              </a:spcBef>
              <a:spcAft>
                <a:spcPts val="0"/>
              </a:spcAft>
              <a:buClr>
                <a:srgbClr val="000000"/>
              </a:buClr>
              <a:buSzPts val="2000"/>
              <a:buFont typeface="Arial"/>
              <a:buNone/>
            </a:pPr>
            <a:r>
              <a:rPr b="1" i="0" lang="en-US" sz="2000" u="none" cap="none" strike="noStrike">
                <a:solidFill>
                  <a:srgbClr val="324158"/>
                </a:solidFill>
                <a:latin typeface="Fira Sans"/>
                <a:ea typeface="Fira Sans"/>
                <a:cs typeface="Fira Sans"/>
                <a:sym typeface="Fira Sans"/>
              </a:rPr>
              <a:t>No: the referee failed it, 68 of 69 hidden tests. Who should decide "done"?</a:t>
            </a:r>
            <a:endParaRPr/>
          </a:p>
        </p:txBody>
      </p:sp>
      <p:sp>
        <p:nvSpPr>
          <p:cNvPr id="1052" name="Google Shape;1052;p162"/>
          <p:cNvSpPr/>
          <p:nvPr/>
        </p:nvSpPr>
        <p:spPr>
          <a:xfrm>
            <a:off x="1188720" y="3866184"/>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The visible suite missed a combined case</a:t>
            </a:r>
            <a:endParaRPr/>
          </a:p>
        </p:txBody>
      </p:sp>
      <p:sp>
        <p:nvSpPr>
          <p:cNvPr id="1053" name="Google Shape;1053;p162"/>
          <p:cNvSpPr/>
          <p:nvPr/>
        </p:nvSpPr>
        <p:spPr>
          <a:xfrm>
            <a:off x="548640" y="3902760"/>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1</a:t>
            </a:r>
            <a:endParaRPr/>
          </a:p>
        </p:txBody>
      </p:sp>
      <p:sp>
        <p:nvSpPr>
          <p:cNvPr id="1054" name="Google Shape;1054;p162"/>
          <p:cNvSpPr/>
          <p:nvPr/>
        </p:nvSpPr>
        <p:spPr>
          <a:xfrm>
            <a:off x="1188720" y="4808016"/>
            <a:ext cx="10454335" cy="530352"/>
          </a:xfrm>
          <a:prstGeom prst="roundRect">
            <a:avLst>
              <a:gd fmla="val 20689"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The agent graded its own work</a:t>
            </a:r>
            <a:endParaRPr/>
          </a:p>
        </p:txBody>
      </p:sp>
      <p:sp>
        <p:nvSpPr>
          <p:cNvPr id="1055" name="Google Shape;1055;p162"/>
          <p:cNvSpPr/>
          <p:nvPr/>
        </p:nvSpPr>
        <p:spPr>
          <a:xfrm>
            <a:off x="548640" y="4844592"/>
            <a:ext cx="457200" cy="457200"/>
          </a:xfrm>
          <a:prstGeom prst="ellipse">
            <a:avLst/>
          </a:prstGeom>
          <a:solidFill>
            <a:srgbClr val="78909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2</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63"/>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1) Self-grading and visible tests</a:t>
            </a:r>
            <a:endParaRPr/>
          </a:p>
        </p:txBody>
      </p:sp>
      <p:sp>
        <p:nvSpPr>
          <p:cNvPr id="1061" name="Google Shape;1061;p163"/>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agent writes the tests, runs them, and grades the result.</a:t>
            </a:r>
            <a:endParaRPr/>
          </a:p>
        </p:txBody>
      </p:sp>
      <p:sp>
        <p:nvSpPr>
          <p:cNvPr id="1062" name="Google Shape;1062;p163"/>
          <p:cNvSpPr/>
          <p:nvPr/>
        </p:nvSpPr>
        <p:spPr>
          <a:xfrm>
            <a:off x="548640" y="1313777"/>
            <a:ext cx="11094415" cy="4032324"/>
          </a:xfrm>
          <a:prstGeom prst="roundRect">
            <a:avLst>
              <a:gd fmla="val 2721"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verification-pipeline-step-1: Pipeline build frame 1: &quot;Build phase: code, visible tests&quot;, an arrow &quot;own tests pass&quot;, straight to finish(claim=&quot;done&quot;); nothing checks the claim yet." id="1063" name="Google Shape;1063;p163"/>
          <p:cNvPicPr preferRelativeResize="0"/>
          <p:nvPr/>
        </p:nvPicPr>
        <p:blipFill rotWithShape="1">
          <a:blip r:embed="rId3">
            <a:alphaModFix/>
          </a:blip>
          <a:srcRect b="0" l="0" r="0" t="0"/>
          <a:stretch/>
        </p:blipFill>
        <p:spPr>
          <a:xfrm>
            <a:off x="594360" y="1359497"/>
            <a:ext cx="11002975" cy="3940884"/>
          </a:xfrm>
          <a:prstGeom prst="rect">
            <a:avLst/>
          </a:prstGeom>
          <a:noFill/>
          <a:ln>
            <a:noFill/>
          </a:ln>
        </p:spPr>
      </p:pic>
      <p:sp>
        <p:nvSpPr>
          <p:cNvPr id="1064" name="Google Shape;1064;p163"/>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Every agent saturates the visible suite; held-out tests still find failures.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64"/>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2) Test-phase filters:</a:t>
            </a:r>
            <a:r>
              <a:rPr b="1" i="0" lang="en-US" sz="3000">
                <a:solidFill>
                  <a:srgbClr val="FFFFFF"/>
                </a:solidFill>
                <a:latin typeface="Fira Sans"/>
                <a:ea typeface="Fira Sans"/>
                <a:cs typeface="Fira Sans"/>
                <a:sym typeface="Fira Sans"/>
              </a:rPr>
              <a:t> keep tests that prove something</a:t>
            </a:r>
            <a:endParaRPr/>
          </a:p>
        </p:txBody>
      </p:sp>
      <p:sp>
        <p:nvSpPr>
          <p:cNvPr id="1070" name="Google Shape;1070;p164"/>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After the build, a short test phase; each proposed test passes five filters, cheapest first.</a:t>
            </a:r>
            <a:endParaRPr/>
          </a:p>
        </p:txBody>
      </p:sp>
      <p:sp>
        <p:nvSpPr>
          <p:cNvPr id="1071" name="Google Shape;1071;p164"/>
          <p:cNvSpPr/>
          <p:nvPr/>
        </p:nvSpPr>
        <p:spPr>
          <a:xfrm>
            <a:off x="548640" y="1313777"/>
            <a:ext cx="11094415" cy="4032324"/>
          </a:xfrm>
          <a:prstGeom prst="roundRect">
            <a:avLst>
              <a:gd fmla="val 2721"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verification-pipeline-step-2: Pipeline build frame 2: adds &quot;Test phase: proposes tests&quot; after the claim, feeding &quot;Five test filters&quot;; a side note &quot;Filters 1-3 from [TestGen-LLM](https://arxiv.org/abs/2402.09171), 4-5 course&quot;." id="1072" name="Google Shape;1072;p164"/>
          <p:cNvPicPr preferRelativeResize="0"/>
          <p:nvPr/>
        </p:nvPicPr>
        <p:blipFill rotWithShape="1">
          <a:blip r:embed="rId3">
            <a:alphaModFix/>
          </a:blip>
          <a:srcRect b="0" l="0" r="0" t="0"/>
          <a:stretch/>
        </p:blipFill>
        <p:spPr>
          <a:xfrm>
            <a:off x="594360" y="1359497"/>
            <a:ext cx="11002975" cy="3940884"/>
          </a:xfrm>
          <a:prstGeom prst="rect">
            <a:avLst/>
          </a:prstGeom>
          <a:noFill/>
          <a:ln>
            <a:noFill/>
          </a:ln>
        </p:spPr>
      </p:pic>
      <p:sp>
        <p:nvSpPr>
          <p:cNvPr id="1073" name="Google Shape;1073;p164"/>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Keep a test only if it runs, is stable, and adds something.</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65"/>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3) Mutation testing and hidden tests</a:t>
            </a:r>
            <a:endParaRPr/>
          </a:p>
        </p:txBody>
      </p:sp>
      <p:sp>
        <p:nvSpPr>
          <p:cNvPr id="1079" name="Google Shape;1079;p165"/>
          <p:cNvSpPr txBox="1"/>
          <p:nvPr/>
        </p:nvSpPr>
        <p:spPr>
          <a:xfrm>
            <a:off x="548640" y="894187"/>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A mutant is a copy of the code with one small planted fault; a test that fails on it catches it.</a:t>
            </a:r>
            <a:endParaRPr/>
          </a:p>
        </p:txBody>
      </p:sp>
      <p:sp>
        <p:nvSpPr>
          <p:cNvPr id="1080" name="Google Shape;1080;p165"/>
          <p:cNvSpPr/>
          <p:nvPr/>
        </p:nvSpPr>
        <p:spPr>
          <a:xfrm>
            <a:off x="548640" y="1533815"/>
            <a:ext cx="11094415" cy="3592248"/>
          </a:xfrm>
          <a:prstGeom prst="roundRect">
            <a:avLst>
              <a:gd fmla="val 3054"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mutation-testing: The mutation-testing diagram: original and mutated line side by side (a write that no longer moves the version); shipped tests run on both; &quot;fails on mutant = caught&quot;, &quot;passes on mutant = survived&quot;; under it &quot;filter set (Filter 3: Adds coverage or catches a mutant)&quot; and &quot;referee set (scoring)&quot; with &quot;no shared mutation&quot;." id="1081" name="Google Shape;1081;p165"/>
          <p:cNvPicPr preferRelativeResize="0"/>
          <p:nvPr/>
        </p:nvPicPr>
        <p:blipFill rotWithShape="1">
          <a:blip r:embed="rId3">
            <a:alphaModFix/>
          </a:blip>
          <a:srcRect b="0" l="0" r="0" t="0"/>
          <a:stretch/>
        </p:blipFill>
        <p:spPr>
          <a:xfrm>
            <a:off x="594360" y="1579535"/>
            <a:ext cx="11002975" cy="3500808"/>
          </a:xfrm>
          <a:prstGeom prst="rect">
            <a:avLst/>
          </a:prstGeom>
          <a:noFill/>
          <a:ln>
            <a:noFill/>
          </a:ln>
        </p:spPr>
      </p:pic>
      <p:sp>
        <p:nvSpPr>
          <p:cNvPr id="1082" name="Google Shape;1082;p165"/>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Two held-out checks, owned by the referee: hidden tests and referee mutants.</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p166"/>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4) The gate on "done" and the separate referee</a:t>
            </a:r>
            <a:endParaRPr/>
          </a:p>
        </p:txBody>
      </p:sp>
      <p:sp>
        <p:nvSpPr>
          <p:cNvPr id="1088" name="Google Shape;1088;p166"/>
          <p:cNvSpPr txBox="1"/>
          <p:nvPr/>
        </p:nvSpPr>
        <p:spPr>
          <a:xfrm>
            <a:off x="548640" y="809185"/>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finish(claim="done") starts a check, not the end of the phase.</a:t>
            </a:r>
            <a:endParaRPr/>
          </a:p>
        </p:txBody>
      </p:sp>
      <p:sp>
        <p:nvSpPr>
          <p:cNvPr id="1089" name="Google Shape;1089;p166"/>
          <p:cNvSpPr/>
          <p:nvPr/>
        </p:nvSpPr>
        <p:spPr>
          <a:xfrm>
            <a:off x="548640" y="1313777"/>
            <a:ext cx="11094415" cy="4032324"/>
          </a:xfrm>
          <a:prstGeom prst="roundRect">
            <a:avLst>
              <a:gd fmla="val 2721"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verification-pipeline-step-3: Pipeline build frame 3: &quot;Verify gate, in the arm's container&quot; between &quot;finish done&quot; and the test phase, a red return arrow &quot;refused: first 3 failures&quot;; at the end &quot;Referee, own container: hidden tests + referee mutants&quot; and &quot;Primary verdict&quot;; gate and referee in different colours." id="1090" name="Google Shape;1090;p166"/>
          <p:cNvPicPr preferRelativeResize="0"/>
          <p:nvPr/>
        </p:nvPicPr>
        <p:blipFill rotWithShape="1">
          <a:blip r:embed="rId3">
            <a:alphaModFix/>
          </a:blip>
          <a:srcRect b="0" l="0" r="0" t="0"/>
          <a:stretch/>
        </p:blipFill>
        <p:spPr>
          <a:xfrm>
            <a:off x="594360" y="1359497"/>
            <a:ext cx="11002975" cy="3940884"/>
          </a:xfrm>
          <a:prstGeom prst="rect">
            <a:avLst/>
          </a:prstGeom>
          <a:noFill/>
          <a:ln>
            <a:noFill/>
          </a:ln>
        </p:spPr>
      </p:pic>
      <p:sp>
        <p:nvSpPr>
          <p:cNvPr id="1091" name="Google Shape;1091;p166"/>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Any gate failure returns "Not accepted"; the referee scores later, in its own container.</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67"/>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Cheat Sheet:</a:t>
            </a:r>
            <a:r>
              <a:rPr b="1" i="0" lang="en-US" sz="3000">
                <a:solidFill>
                  <a:srgbClr val="FFFFFF"/>
                </a:solidFill>
                <a:latin typeface="Fira Sans"/>
                <a:ea typeface="Fira Sans"/>
                <a:cs typeface="Fira Sans"/>
                <a:sym typeface="Fira Sans"/>
              </a:rPr>
              <a:t> four checks the agent does not own</a:t>
            </a:r>
            <a:endParaRPr/>
          </a:p>
        </p:txBody>
      </p:sp>
      <p:sp>
        <p:nvSpPr>
          <p:cNvPr id="1097" name="Google Shape;1097;p167"/>
          <p:cNvSpPr txBox="1"/>
          <p:nvPr/>
        </p:nvSpPr>
        <p:spPr>
          <a:xfrm>
            <a:off x="548790" y="187798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Two give feedback, two stay held out.</a:t>
            </a:r>
            <a:endParaRPr/>
          </a:p>
        </p:txBody>
      </p:sp>
      <p:graphicFrame>
        <p:nvGraphicFramePr>
          <p:cNvPr id="1098" name="Google Shape;1098;p167"/>
          <p:cNvGraphicFramePr/>
          <p:nvPr/>
        </p:nvGraphicFramePr>
        <p:xfrm>
          <a:off x="548640" y="2687574"/>
          <a:ext cx="3000000" cy="3000000"/>
        </p:xfrm>
        <a:graphic>
          <a:graphicData uri="http://schemas.openxmlformats.org/drawingml/2006/table">
            <a:tbl>
              <a:tblPr firstRow="1">
                <a:noFill/>
                <a:tableStyleId>{01364A0A-BACB-46D7-832C-BCCBC61AE77F}</a:tableStyleId>
              </a:tblPr>
              <a:tblGrid>
                <a:gridCol w="2237450"/>
                <a:gridCol w="2755850"/>
                <a:gridCol w="6101100"/>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Check</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When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Asks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Verify gate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At the done claim</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Tests, rules, clean state pass?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Test filters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After the test phase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Runs, stable, adds something?</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Hidden tests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After the agent stops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Works in combination?</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Referee mutants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After the agent stops</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Would the tests notice?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68"/>
          <p:cNvSpPr txBox="1"/>
          <p:nvPr/>
        </p:nvSpPr>
        <p:spPr>
          <a:xfrm>
            <a:off x="323533" y="113067"/>
            <a:ext cx="113607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50000"/>
              </a:lnSpc>
              <a:spcBef>
                <a:spcPts val="0"/>
              </a:spcBef>
              <a:spcAft>
                <a:spcPts val="0"/>
              </a:spcAft>
              <a:buClr>
                <a:schemeClr val="dk1"/>
              </a:buClr>
              <a:buSzPts val="3700"/>
              <a:buFont typeface="Arial"/>
              <a:buNone/>
            </a:pPr>
            <a:r>
              <a:rPr b="1" i="0" lang="en-US" sz="2500" u="none" cap="none" strike="noStrike">
                <a:solidFill>
                  <a:srgbClr val="3896D2"/>
                </a:solidFill>
                <a:latin typeface="Fira Sans"/>
                <a:ea typeface="Fira Sans"/>
                <a:cs typeface="Fira Sans"/>
                <a:sym typeface="Fira Sans"/>
              </a:rPr>
              <a:t>Section 4: </a:t>
            </a:r>
            <a:r>
              <a:rPr b="1" i="0" lang="en-US" sz="2500" u="none" cap="none" strike="noStrike">
                <a:solidFill>
                  <a:schemeClr val="lt1"/>
                </a:solidFill>
                <a:latin typeface="Fira Sans"/>
                <a:ea typeface="Fira Sans"/>
                <a:cs typeface="Fira Sans"/>
                <a:sym typeface="Fira Sans"/>
              </a:rPr>
              <a:t>Verification - Implementation Notes: The gate at work</a:t>
            </a:r>
            <a:endParaRPr b="1" i="0" sz="3000" u="none" cap="none" strike="noStrike">
              <a:solidFill>
                <a:schemeClr val="lt1"/>
              </a:solidFill>
              <a:latin typeface="Fira Sans"/>
              <a:ea typeface="Fira Sans"/>
              <a:cs typeface="Fira Sans"/>
              <a:sym typeface="Fira Sans"/>
            </a:endParaRPr>
          </a:p>
        </p:txBody>
      </p:sp>
      <p:pic>
        <p:nvPicPr>
          <p:cNvPr id="1104" name="Google Shape;1104;p168"/>
          <p:cNvPicPr preferRelativeResize="0"/>
          <p:nvPr/>
        </p:nvPicPr>
        <p:blipFill rotWithShape="1">
          <a:blip r:embed="rId3">
            <a:alphaModFix/>
          </a:blip>
          <a:srcRect b="0" l="0" r="0" t="0"/>
          <a:stretch/>
        </p:blipFill>
        <p:spPr>
          <a:xfrm>
            <a:off x="2125100" y="1368767"/>
            <a:ext cx="7757549" cy="4652933"/>
          </a:xfrm>
          <a:prstGeom prst="rect">
            <a:avLst/>
          </a:prstGeom>
          <a:noFill/>
          <a:ln>
            <a:noFill/>
          </a:ln>
        </p:spPr>
      </p:pic>
      <p:sp>
        <p:nvSpPr>
          <p:cNvPr id="1105" name="Google Shape;1105;p168">
            <a:hlinkClick r:id="rId4"/>
          </p:cNvPr>
          <p:cNvSpPr/>
          <p:nvPr/>
        </p:nvSpPr>
        <p:spPr>
          <a:xfrm>
            <a:off x="5012075" y="3305000"/>
            <a:ext cx="1983600" cy="510600"/>
          </a:xfrm>
          <a:prstGeom prst="roundRect">
            <a:avLst>
              <a:gd fmla="val 50000" name="adj"/>
            </a:avLst>
          </a:prstGeom>
          <a:solidFill>
            <a:srgbClr val="FFFFFF"/>
          </a:solidFill>
          <a:ln>
            <a:noFill/>
          </a:ln>
          <a:effectLst>
            <a:outerShdw blurRad="171450" rotWithShape="0" algn="bl" dir="5400000" dist="19050">
              <a:srgbClr val="FFFFFF">
                <a:alpha val="29410"/>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u="sng">
                <a:solidFill>
                  <a:schemeClr val="hlink"/>
                </a:solidFill>
                <a:latin typeface="Lexend Medium"/>
                <a:ea typeface="Lexend Medium"/>
                <a:cs typeface="Lexend Medium"/>
                <a:sym typeface="Lexend Medium"/>
                <a:hlinkClick r:id="rId5"/>
              </a:rPr>
              <a:t>DEMO - 4</a:t>
            </a:r>
            <a:endParaRPr b="0" i="0" sz="1400" u="sng" cap="none" strike="noStrike">
              <a:solidFill>
                <a:srgbClr val="6568F5"/>
              </a:solidFill>
              <a:latin typeface="Lexend Medium"/>
              <a:ea typeface="Lexend Medium"/>
              <a:cs typeface="Lexend Medium"/>
              <a:sym typeface="Lexend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16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US" sz="1700" u="none" cap="none" strike="noStrike">
                <a:solidFill>
                  <a:schemeClr val="lt1"/>
                </a:solidFill>
                <a:latin typeface="Fira Sans"/>
                <a:ea typeface="Fira Sans"/>
                <a:cs typeface="Fira Sans"/>
                <a:sym typeface="Fira Sans"/>
              </a:rPr>
              <a:t>Ask about anything:</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Concepts from today's modules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How this applies to your work</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Implementation details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Clarifications on what we covered</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700"/>
              <a:buFont typeface="Arial"/>
              <a:buNone/>
            </a:pPr>
            <a:br>
              <a:rPr b="0"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Quick Request</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Please do not mind if a question gets skipped accidentally</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Repost politely in chat if needed</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We will try our best to cover as many questions as possible</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700"/>
              <a:buFont typeface="Arial"/>
              <a:buNone/>
            </a:pPr>
            <a:br>
              <a:rPr b="1" i="0" lang="en-US" sz="1700" u="none" cap="none" strike="noStrike">
                <a:solidFill>
                  <a:schemeClr val="lt1"/>
                </a:solidFill>
                <a:latin typeface="Fira Sans"/>
                <a:ea typeface="Fira Sans"/>
                <a:cs typeface="Fira Sans"/>
                <a:sym typeface="Fira Sans"/>
              </a:rPr>
            </a:br>
            <a:br>
              <a:rPr b="1"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Remember:</a:t>
            </a:r>
            <a:r>
              <a:rPr b="0" i="0" lang="en-US" sz="1700" u="none" cap="none" strike="noStrike">
                <a:solidFill>
                  <a:schemeClr val="lt1"/>
                </a:solidFill>
                <a:latin typeface="Fira Sans"/>
                <a:ea typeface="Fira Sans"/>
                <a:cs typeface="Fira Sans"/>
                <a:sym typeface="Fira Sans"/>
              </a:rPr>
              <a:t> </a:t>
            </a:r>
            <a:r>
              <a:rPr b="0" i="0" lang="en-US" sz="1700" u="none" cap="none" strike="noStrike">
                <a:solidFill>
                  <a:schemeClr val="accent1"/>
                </a:solidFill>
                <a:latin typeface="Fira Sans"/>
                <a:ea typeface="Fira Sans"/>
                <a:cs typeface="Fira Sans"/>
                <a:sym typeface="Fira Sans"/>
              </a:rPr>
              <a:t>If you're wondering about it, others probably are too.</a:t>
            </a:r>
            <a:endParaRPr b="0" i="0" sz="1700" u="none" cap="none" strike="noStrike">
              <a:solidFill>
                <a:schemeClr val="accent1"/>
              </a:solidFill>
              <a:latin typeface="Fira Sans"/>
              <a:ea typeface="Fira Sans"/>
              <a:cs typeface="Fira Sans"/>
              <a:sym typeface="Fira Sans"/>
            </a:endParaRPr>
          </a:p>
        </p:txBody>
      </p:sp>
      <p:sp>
        <p:nvSpPr>
          <p:cNvPr id="1111" name="Google Shape;1111;p16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400"/>
              </a:spcBef>
              <a:spcAft>
                <a:spcPts val="400"/>
              </a:spcAft>
              <a:buClr>
                <a:schemeClr val="dk1"/>
              </a:buClr>
              <a:buSzPts val="1100"/>
              <a:buFont typeface="Arial"/>
              <a:buNone/>
            </a:pPr>
            <a:r>
              <a:rPr b="1" i="0" lang="en-US" sz="2000" u="none" cap="none" strike="noStrike">
                <a:solidFill>
                  <a:schemeClr val="accent1"/>
                </a:solidFill>
                <a:latin typeface="Fira Sans"/>
                <a:ea typeface="Fira Sans"/>
                <a:cs typeface="Fira Sans"/>
                <a:sym typeface="Fira Sans"/>
              </a:rPr>
              <a:t>No Question Is Too Small Every Question Deserves an Answer!!</a:t>
            </a:r>
            <a:endParaRPr b="1" i="0" sz="3000" u="none" cap="none" strike="noStrike">
              <a:solidFill>
                <a:srgbClr val="3896D2"/>
              </a:solidFill>
              <a:latin typeface="Fira Sans"/>
              <a:ea typeface="Fira Sans"/>
              <a:cs typeface="Fira Sans"/>
              <a:sym typeface="Fira Sans"/>
            </a:endParaRPr>
          </a:p>
        </p:txBody>
      </p:sp>
      <p:pic>
        <p:nvPicPr>
          <p:cNvPr descr="Questions and answers illustration" id="1112" name="Google Shape;1112;p169"/>
          <p:cNvPicPr preferRelativeResize="0"/>
          <p:nvPr/>
        </p:nvPicPr>
        <p:blipFill rotWithShape="1">
          <a:blip r:embed="rId3">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170"/>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Final A/B:</a:t>
            </a:r>
            <a:r>
              <a:rPr b="1" i="0" lang="en-US" sz="3000">
                <a:solidFill>
                  <a:srgbClr val="FFFFFF"/>
                </a:solidFill>
                <a:latin typeface="Fira Sans"/>
                <a:ea typeface="Fira Sans"/>
                <a:cs typeface="Fira Sans"/>
                <a:sym typeface="Fira Sans"/>
              </a:rPr>
              <a:t> reading it live</a:t>
            </a:r>
            <a:endParaRPr/>
          </a:p>
        </p:txBody>
      </p:sp>
      <p:sp>
        <p:nvSpPr>
          <p:cNvPr id="1118" name="Google Shape;1118;p170"/>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final has no primary measure: read each arm's counts.</a:t>
            </a:r>
            <a:endParaRPr/>
          </a:p>
        </p:txBody>
      </p:sp>
      <p:sp>
        <p:nvSpPr>
          <p:cNvPr id="1119" name="Google Shape;1119;p170"/>
          <p:cNvSpPr/>
          <p:nvPr/>
        </p:nvSpPr>
        <p:spPr>
          <a:xfrm>
            <a:off x="1316736" y="1499108"/>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hidden:</a:t>
            </a:r>
            <a:r>
              <a:rPr b="0" i="0" lang="en-US" sz="1800" u="none" cap="none" strike="noStrike">
                <a:solidFill>
                  <a:srgbClr val="324158"/>
                </a:solidFill>
                <a:latin typeface="Fira Sans"/>
                <a:ea typeface="Fira Sans"/>
                <a:cs typeface="Fira Sans"/>
                <a:sym typeface="Fira Sans"/>
              </a:rPr>
              <a:t> does the feature work?</a:t>
            </a:r>
            <a:endParaRPr/>
          </a:p>
        </p:txBody>
      </p:sp>
      <p:sp>
        <p:nvSpPr>
          <p:cNvPr id="1120" name="Google Shape;1120;p170"/>
          <p:cNvSpPr/>
          <p:nvPr/>
        </p:nvSpPr>
        <p:spPr>
          <a:xfrm>
            <a:off x="548640" y="1499108"/>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21" name="Google Shape;1121;p170"/>
          <p:cNvSpPr/>
          <p:nvPr/>
        </p:nvSpPr>
        <p:spPr>
          <a:xfrm>
            <a:off x="1316736" y="2437384"/>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mutants:</a:t>
            </a:r>
            <a:r>
              <a:rPr b="0" i="0" lang="en-US" sz="1800" u="none" cap="none" strike="noStrike">
                <a:solidFill>
                  <a:srgbClr val="324158"/>
                </a:solidFill>
                <a:latin typeface="Fira Sans"/>
                <a:ea typeface="Fira Sans"/>
                <a:cs typeface="Fira Sans"/>
                <a:sym typeface="Fira Sans"/>
              </a:rPr>
              <a:t> would its tests notice a bug?</a:t>
            </a:r>
            <a:endParaRPr/>
          </a:p>
        </p:txBody>
      </p:sp>
      <p:sp>
        <p:nvSpPr>
          <p:cNvPr id="1122" name="Google Shape;1122;p170"/>
          <p:cNvSpPr/>
          <p:nvPr/>
        </p:nvSpPr>
        <p:spPr>
          <a:xfrm>
            <a:off x="548640" y="2437384"/>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23" name="Google Shape;1123;p170"/>
          <p:cNvSpPr/>
          <p:nvPr/>
        </p:nvSpPr>
        <p:spPr>
          <a:xfrm>
            <a:off x="1316736" y="3375660"/>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claim:</a:t>
            </a:r>
            <a:r>
              <a:rPr b="0" i="0" lang="en-US" sz="1800" u="none" cap="none" strike="noStrike">
                <a:solidFill>
                  <a:srgbClr val="324158"/>
                </a:solidFill>
                <a:latin typeface="Fira Sans"/>
                <a:ea typeface="Fira Sans"/>
                <a:cs typeface="Fira Sans"/>
                <a:sym typeface="Fira Sans"/>
              </a:rPr>
              <a:t> did the agent say done?</a:t>
            </a:r>
            <a:endParaRPr/>
          </a:p>
        </p:txBody>
      </p:sp>
      <p:sp>
        <p:nvSpPr>
          <p:cNvPr id="1124" name="Google Shape;1124;p170"/>
          <p:cNvSpPr/>
          <p:nvPr/>
        </p:nvSpPr>
        <p:spPr>
          <a:xfrm>
            <a:off x="548640" y="3375660"/>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25" name="Google Shape;1125;p170"/>
          <p:cNvSpPr/>
          <p:nvPr/>
        </p:nvSpPr>
        <p:spPr>
          <a:xfrm>
            <a:off x="1316736" y="4313936"/>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Screen 2:</a:t>
            </a:r>
            <a:r>
              <a:rPr b="0" i="0" lang="en-US" sz="1800" u="none" cap="none" strike="noStrike">
                <a:solidFill>
                  <a:srgbClr val="324158"/>
                </a:solidFill>
                <a:latin typeface="Fira Sans"/>
                <a:ea typeface="Fira Sans"/>
                <a:cs typeface="Fira Sans"/>
                <a:sym typeface="Fira Sans"/>
              </a:rPr>
              <a:t> other-org or duplicate cards?</a:t>
            </a:r>
            <a:endParaRPr/>
          </a:p>
        </p:txBody>
      </p:sp>
      <p:sp>
        <p:nvSpPr>
          <p:cNvPr id="1126" name="Google Shape;1126;p170"/>
          <p:cNvSpPr/>
          <p:nvPr/>
        </p:nvSpPr>
        <p:spPr>
          <a:xfrm>
            <a:off x="548640" y="4313936"/>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27" name="Google Shape;1127;p170"/>
          <p:cNvSpPr/>
          <p:nvPr/>
        </p:nvSpPr>
        <p:spPr>
          <a:xfrm>
            <a:off x="1316736" y="5252212"/>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Screen 5:</a:t>
            </a:r>
            <a:r>
              <a:rPr b="0" i="0" lang="en-US" sz="1800" u="none" cap="none" strike="noStrike">
                <a:solidFill>
                  <a:srgbClr val="324158"/>
                </a:solidFill>
                <a:latin typeface="Fira Sans"/>
                <a:ea typeface="Fira Sans"/>
                <a:cs typeface="Fira Sans"/>
                <a:sym typeface="Fira Sans"/>
              </a:rPr>
              <a:t> the first wrong turn</a:t>
            </a:r>
            <a:endParaRPr/>
          </a:p>
        </p:txBody>
      </p:sp>
      <p:sp>
        <p:nvSpPr>
          <p:cNvPr id="1128" name="Google Shape;1128;p170"/>
          <p:cNvSpPr/>
          <p:nvPr/>
        </p:nvSpPr>
        <p:spPr>
          <a:xfrm>
            <a:off x="548640" y="5252212"/>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p171"/>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All results:</a:t>
            </a:r>
            <a:r>
              <a:rPr b="1" i="0" lang="en-US" sz="3000">
                <a:solidFill>
                  <a:srgbClr val="FFFFFF"/>
                </a:solidFill>
                <a:latin typeface="Fira Sans"/>
                <a:ea typeface="Fira Sans"/>
                <a:cs typeface="Fira Sans"/>
                <a:sym typeface="Fira Sans"/>
              </a:rPr>
              <a:t> four sections, one picture</a:t>
            </a:r>
            <a:endParaRPr/>
          </a:p>
        </p:txBody>
      </p:sp>
      <p:sp>
        <p:nvSpPr>
          <p:cNvPr id="1134" name="Google Shape;1134;p171"/>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One row per section and ticket, one dot per run, bare and harness.</a:t>
            </a:r>
            <a:endParaRPr/>
          </a:p>
        </p:txBody>
      </p:sp>
      <p:sp>
        <p:nvSpPr>
          <p:cNvPr id="1135" name="Google Shape;1135;p171"/>
          <p:cNvSpPr/>
          <p:nvPr/>
        </p:nvSpPr>
        <p:spPr>
          <a:xfrm>
            <a:off x="579126" y="1183481"/>
            <a:ext cx="11033442" cy="4292917"/>
          </a:xfrm>
          <a:prstGeom prst="roundRect">
            <a:avLst>
              <a:gd fmla="val 2556"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results-final: The results-final diagram: one row per section and ticket, the five rows the notes read out; bare grey, harness blue, filled = passed, hollow = failed. The confirmation row on version checks is the only one where the arms differ." id="1136" name="Google Shape;1136;p171"/>
          <p:cNvPicPr preferRelativeResize="0"/>
          <p:nvPr/>
        </p:nvPicPr>
        <p:blipFill rotWithShape="1">
          <a:blip r:embed="rId3">
            <a:alphaModFix/>
          </a:blip>
          <a:srcRect b="0" l="0" r="0" t="0"/>
          <a:stretch/>
        </p:blipFill>
        <p:spPr>
          <a:xfrm>
            <a:off x="624846" y="1229201"/>
            <a:ext cx="10942002" cy="4201477"/>
          </a:xfrm>
          <a:prstGeom prst="rect">
            <a:avLst/>
          </a:prstGeom>
          <a:noFill/>
          <a:ln>
            <a:noFill/>
          </a:ln>
        </p:spPr>
      </p:pic>
      <p:sp>
        <p:nvSpPr>
          <p:cNvPr id="1137" name="Google Shape;1137;p171"/>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One gap, on scope, partly by construction; elsewhere no measurable difference.</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172"/>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Which layer when:</a:t>
            </a:r>
            <a:r>
              <a:rPr b="1" i="0" lang="en-US" sz="3000">
                <a:solidFill>
                  <a:srgbClr val="FFFFFF"/>
                </a:solidFill>
                <a:latin typeface="Fira Sans"/>
                <a:ea typeface="Fira Sans"/>
                <a:cs typeface="Fira Sans"/>
                <a:sym typeface="Fira Sans"/>
              </a:rPr>
              <a:t> match the layer to the failure</a:t>
            </a:r>
            <a:endParaRPr/>
          </a:p>
        </p:txBody>
      </p:sp>
      <p:sp>
        <p:nvSpPr>
          <p:cNvPr id="1143" name="Google Shape;1143;p172"/>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Each layer is a bet on one thing the model cannot do on its own.</a:t>
            </a:r>
            <a:endParaRPr/>
          </a:p>
        </p:txBody>
      </p:sp>
      <p:sp>
        <p:nvSpPr>
          <p:cNvPr id="1144" name="Google Shape;1144;p172"/>
          <p:cNvSpPr/>
          <p:nvPr/>
        </p:nvSpPr>
        <p:spPr>
          <a:xfrm>
            <a:off x="633023" y="1182624"/>
            <a:ext cx="10925648" cy="4294632"/>
          </a:xfrm>
          <a:prstGeom prst="roundRect">
            <a:avLst>
              <a:gd fmla="val 2555"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which-layer-when: The which-layer-when diagram: four rows, each a failure in words (broke a written rule, new session redid work, edits outside the ticket, said done but not done) with an arrow to its layer box (instructions, state, scope, verification); scope carries the only &quot;measured gap&quot; tag." id="1145" name="Google Shape;1145;p172"/>
          <p:cNvPicPr preferRelativeResize="0"/>
          <p:nvPr/>
        </p:nvPicPr>
        <p:blipFill rotWithShape="1">
          <a:blip r:embed="rId3">
            <a:alphaModFix/>
          </a:blip>
          <a:srcRect b="0" l="0" r="0" t="0"/>
          <a:stretch/>
        </p:blipFill>
        <p:spPr>
          <a:xfrm>
            <a:off x="678743" y="1228344"/>
            <a:ext cx="10834208" cy="4203192"/>
          </a:xfrm>
          <a:prstGeom prst="rect">
            <a:avLst/>
          </a:prstGeom>
          <a:noFill/>
          <a:ln>
            <a:noFill/>
          </a:ln>
        </p:spPr>
      </p:pic>
      <p:sp>
        <p:nvSpPr>
          <p:cNvPr id="1146" name="Google Shape;1146;p172"/>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Add the layer that matches a failure you have seen, then measure it.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173"/>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Use it in your repo:</a:t>
            </a:r>
            <a:r>
              <a:rPr b="1" i="0" lang="en-US" sz="3000">
                <a:solidFill>
                  <a:srgbClr val="FFFFFF"/>
                </a:solidFill>
                <a:latin typeface="Fira Sans"/>
                <a:ea typeface="Fira Sans"/>
                <a:cs typeface="Fira Sans"/>
                <a:sym typeface="Fira Sans"/>
              </a:rPr>
              <a:t> the kit and four skills</a:t>
            </a:r>
            <a:endParaRPr/>
          </a:p>
        </p:txBody>
      </p:sp>
      <p:sp>
        <p:nvSpPr>
          <p:cNvPr id="1152" name="Google Shape;1152;p173"/>
          <p:cNvSpPr txBox="1"/>
          <p:nvPr/>
        </p:nvSpPr>
        <p:spPr>
          <a:xfrm>
            <a:off x="548790" y="993658"/>
            <a:ext cx="11094300" cy="65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AB40"/>
                </a:solidFill>
                <a:latin typeface="Consolas"/>
                <a:ea typeface="Consolas"/>
                <a:cs typeface="Consolas"/>
                <a:sym typeface="Consolas"/>
              </a:rPr>
              <a:t>uv run shipharness init --target ~/my-repo</a:t>
            </a:r>
            <a:r>
              <a:rPr b="0" i="0" lang="en-US" sz="2000" u="none" cap="none" strike="noStrike">
                <a:solidFill>
                  <a:srgbClr val="FFFFFF"/>
                </a:solidFill>
                <a:latin typeface="Fira Sans"/>
                <a:ea typeface="Fira Sans"/>
                <a:cs typeface="Fira Sans"/>
                <a:sym typeface="Fira Sans"/>
              </a:rPr>
              <a:t> copies the kit; </a:t>
            </a:r>
            <a:r>
              <a:rPr b="0" i="0" lang="en-US" sz="2000" u="none" cap="none" strike="noStrike">
                <a:solidFill>
                  <a:srgbClr val="FFAB40"/>
                </a:solidFill>
                <a:latin typeface="Consolas"/>
                <a:ea typeface="Consolas"/>
                <a:cs typeface="Consolas"/>
                <a:sym typeface="Consolas"/>
              </a:rPr>
              <a:t>init --check</a:t>
            </a:r>
            <a:r>
              <a:rPr b="0" i="0" lang="en-US" sz="2000" u="none" cap="none" strike="noStrike">
                <a:solidFill>
                  <a:srgbClr val="FFFFFF"/>
                </a:solidFill>
                <a:latin typeface="Fira Sans"/>
                <a:ea typeface="Fira Sans"/>
                <a:cs typeface="Fira Sans"/>
                <a:sym typeface="Fira Sans"/>
              </a:rPr>
              <a:t> lists what to fill.</a:t>
            </a:r>
            <a:endParaRPr/>
          </a:p>
        </p:txBody>
      </p:sp>
      <p:sp>
        <p:nvSpPr>
          <p:cNvPr id="1153" name="Google Shape;1153;p173"/>
          <p:cNvSpPr/>
          <p:nvPr/>
        </p:nvSpPr>
        <p:spPr>
          <a:xfrm>
            <a:off x="1316736" y="2060448"/>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harness-setup:</a:t>
            </a:r>
            <a:r>
              <a:rPr b="0" i="0" lang="en-US" sz="1800" u="none" cap="none" strike="noStrike">
                <a:solidFill>
                  <a:srgbClr val="324158"/>
                </a:solidFill>
                <a:latin typeface="Fira Sans"/>
                <a:ea typeface="Fira Sans"/>
                <a:cs typeface="Fira Sans"/>
                <a:sym typeface="Fira Sans"/>
              </a:rPr>
              <a:t> assess a repo, fill gaps</a:t>
            </a:r>
            <a:endParaRPr/>
          </a:p>
        </p:txBody>
      </p:sp>
      <p:sp>
        <p:nvSpPr>
          <p:cNvPr id="1154" name="Google Shape;1154;p173"/>
          <p:cNvSpPr/>
          <p:nvPr/>
        </p:nvSpPr>
        <p:spPr>
          <a:xfrm>
            <a:off x="548640" y="2060448"/>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55" name="Google Shape;1155;p173"/>
          <p:cNvSpPr/>
          <p:nvPr/>
        </p:nvSpPr>
        <p:spPr>
          <a:xfrm>
            <a:off x="1316736" y="3038856"/>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assured-tests:</a:t>
            </a:r>
            <a:r>
              <a:rPr b="0" i="0" lang="en-US" sz="1800" u="none" cap="none" strike="noStrike">
                <a:solidFill>
                  <a:srgbClr val="324158"/>
                </a:solidFill>
                <a:latin typeface="Fira Sans"/>
                <a:ea typeface="Fira Sans"/>
                <a:cs typeface="Fira Sans"/>
                <a:sym typeface="Fira Sans"/>
              </a:rPr>
              <a:t> keep tests passing five filters</a:t>
            </a:r>
            <a:endParaRPr/>
          </a:p>
        </p:txBody>
      </p:sp>
      <p:sp>
        <p:nvSpPr>
          <p:cNvPr id="1156" name="Google Shape;1156;p173"/>
          <p:cNvSpPr/>
          <p:nvPr/>
        </p:nvSpPr>
        <p:spPr>
          <a:xfrm>
            <a:off x="548640" y="3038856"/>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57" name="Google Shape;1157;p173"/>
          <p:cNvSpPr/>
          <p:nvPr/>
        </p:nvSpPr>
        <p:spPr>
          <a:xfrm>
            <a:off x="1316736" y="4017264"/>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house-rules:</a:t>
            </a:r>
            <a:r>
              <a:rPr b="0" i="0" lang="en-US" sz="1800" u="none" cap="none" strike="noStrike">
                <a:solidFill>
                  <a:srgbClr val="324158"/>
                </a:solidFill>
                <a:latin typeface="Fira Sans"/>
                <a:ea typeface="Fira Sans"/>
                <a:cs typeface="Fira Sans"/>
                <a:sym typeface="Fira Sans"/>
              </a:rPr>
              <a:t> convention to rule, check, test</a:t>
            </a:r>
            <a:endParaRPr/>
          </a:p>
        </p:txBody>
      </p:sp>
      <p:sp>
        <p:nvSpPr>
          <p:cNvPr id="1158" name="Google Shape;1158;p173"/>
          <p:cNvSpPr/>
          <p:nvPr/>
        </p:nvSpPr>
        <p:spPr>
          <a:xfrm>
            <a:off x="548640" y="4017264"/>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
        <p:nvSpPr>
          <p:cNvPr id="1159" name="Google Shape;1159;p173"/>
          <p:cNvSpPr/>
          <p:nvPr/>
        </p:nvSpPr>
        <p:spPr>
          <a:xfrm>
            <a:off x="1316736" y="4995672"/>
            <a:ext cx="10326319" cy="566928"/>
          </a:xfrm>
          <a:prstGeom prst="roundRect">
            <a:avLst>
              <a:gd fmla="val 19354" name="adj"/>
            </a:avLst>
          </a:prstGeom>
          <a:solidFill>
            <a:srgbClr val="F0F3F6"/>
          </a:solidFill>
          <a:ln>
            <a:noFill/>
          </a:ln>
        </p:spPr>
        <p:txBody>
          <a:bodyPr anchorCtr="0" anchor="ctr" bIns="128000" lIns="182875" spcFirstLastPara="1" rIns="182875" wrap="square" tIns="128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skill-template:</a:t>
            </a:r>
            <a:r>
              <a:rPr b="0" i="0" lang="en-US" sz="1800" u="none" cap="none" strike="noStrike">
                <a:solidFill>
                  <a:srgbClr val="324158"/>
                </a:solidFill>
                <a:latin typeface="Fira Sans"/>
                <a:ea typeface="Fira Sans"/>
                <a:cs typeface="Fira Sans"/>
                <a:sym typeface="Fira Sans"/>
              </a:rPr>
              <a:t> start your own skill</a:t>
            </a:r>
            <a:endParaRPr/>
          </a:p>
        </p:txBody>
      </p:sp>
      <p:sp>
        <p:nvSpPr>
          <p:cNvPr id="1160" name="Google Shape;1160;p173"/>
          <p:cNvSpPr/>
          <p:nvPr/>
        </p:nvSpPr>
        <p:spPr>
          <a:xfrm>
            <a:off x="548640" y="4995672"/>
            <a:ext cx="566928" cy="566928"/>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Quattrocento Sans"/>
                <a:ea typeface="Quattrocento Sans"/>
                <a:cs typeface="Quattrocento Sans"/>
                <a:sym typeface="Quattrocento Sans"/>
              </a:rPr>
              <a: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174"/>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Final project:</a:t>
            </a:r>
            <a:r>
              <a:rPr b="1" i="0" lang="en-US" sz="3000">
                <a:solidFill>
                  <a:srgbClr val="FFFFFF"/>
                </a:solidFill>
                <a:latin typeface="Fira Sans"/>
                <a:ea typeface="Fira Sans"/>
                <a:cs typeface="Fira Sans"/>
                <a:sym typeface="Fira Sans"/>
              </a:rPr>
              <a:t> one live A/B, read as one dot</a:t>
            </a:r>
            <a:endParaRPr/>
          </a:p>
        </p:txBody>
      </p:sp>
      <p:sp>
        <p:nvSpPr>
          <p:cNvPr id="1166" name="Google Shape;1166;p174"/>
          <p:cNvSpPr txBox="1"/>
          <p:nvPr/>
        </p:nvSpPr>
        <p:spPr>
          <a:xfrm>
            <a:off x="548790" y="1224833"/>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Repeat today's final on your machine.</a:t>
            </a:r>
            <a:endParaRPr/>
          </a:p>
        </p:txBody>
      </p:sp>
      <p:sp>
        <p:nvSpPr>
          <p:cNvPr id="1167" name="Google Shape;1167;p174"/>
          <p:cNvSpPr/>
          <p:nvPr/>
        </p:nvSpPr>
        <p:spPr>
          <a:xfrm>
            <a:off x="548640" y="2301240"/>
            <a:ext cx="5432907" cy="1152144"/>
          </a:xfrm>
          <a:prstGeom prst="roundRect">
            <a:avLst>
              <a:gd fmla="val 9523"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Run </a:t>
            </a:r>
            <a:r>
              <a:rPr b="0" i="0" lang="en-US" sz="1800" u="none" cap="none" strike="noStrike">
                <a:solidFill>
                  <a:srgbClr val="324158"/>
                </a:solidFill>
                <a:latin typeface="Consolas"/>
                <a:ea typeface="Consolas"/>
                <a:cs typeface="Consolas"/>
                <a:sym typeface="Consolas"/>
              </a:rPr>
              <a:t>make final FEATURES=bulk-close</a:t>
            </a:r>
            <a:endParaRPr/>
          </a:p>
        </p:txBody>
      </p:sp>
      <p:sp>
        <p:nvSpPr>
          <p:cNvPr id="1168" name="Google Shape;1168;p174"/>
          <p:cNvSpPr/>
          <p:nvPr/>
        </p:nvSpPr>
        <p:spPr>
          <a:xfrm>
            <a:off x="731520" y="2429256"/>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1</a:t>
            </a:r>
            <a:endParaRPr/>
          </a:p>
        </p:txBody>
      </p:sp>
      <p:cxnSp>
        <p:nvCxnSpPr>
          <p:cNvPr id="1169" name="Google Shape;1169;p174"/>
          <p:cNvCxnSpPr/>
          <p:nvPr/>
        </p:nvCxnSpPr>
        <p:spPr>
          <a:xfrm>
            <a:off x="6018123" y="2877312"/>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1170" name="Google Shape;1170;p174"/>
          <p:cNvSpPr/>
          <p:nvPr/>
        </p:nvSpPr>
        <p:spPr>
          <a:xfrm>
            <a:off x="6210147" y="2301240"/>
            <a:ext cx="5432907" cy="1152144"/>
          </a:xfrm>
          <a:prstGeom prst="roundRect">
            <a:avLst>
              <a:gd fmla="val 9523"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Remove one layer: </a:t>
            </a:r>
            <a:r>
              <a:rPr b="0" i="0" lang="en-US" sz="1800" u="none" cap="none" strike="noStrike">
                <a:solidFill>
                  <a:srgbClr val="324158"/>
                </a:solidFill>
                <a:latin typeface="Consolas"/>
                <a:ea typeface="Consolas"/>
                <a:cs typeface="Consolas"/>
                <a:sym typeface="Consolas"/>
              </a:rPr>
              <a:t>LAYERS=-scope</a:t>
            </a:r>
            <a:endParaRPr/>
          </a:p>
        </p:txBody>
      </p:sp>
      <p:sp>
        <p:nvSpPr>
          <p:cNvPr id="1171" name="Google Shape;1171;p174"/>
          <p:cNvSpPr/>
          <p:nvPr/>
        </p:nvSpPr>
        <p:spPr>
          <a:xfrm>
            <a:off x="6393027" y="2429256"/>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2</a:t>
            </a:r>
            <a:endParaRPr/>
          </a:p>
        </p:txBody>
      </p:sp>
      <p:sp>
        <p:nvSpPr>
          <p:cNvPr id="1172" name="Google Shape;1172;p174"/>
          <p:cNvSpPr/>
          <p:nvPr/>
        </p:nvSpPr>
        <p:spPr>
          <a:xfrm>
            <a:off x="548640" y="3864864"/>
            <a:ext cx="5432907" cy="1152144"/>
          </a:xfrm>
          <a:prstGeom prst="roundRect">
            <a:avLst>
              <a:gd fmla="val 9523"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Read counts, never one verdict</a:t>
            </a:r>
            <a:endParaRPr/>
          </a:p>
        </p:txBody>
      </p:sp>
      <p:sp>
        <p:nvSpPr>
          <p:cNvPr id="1173" name="Google Shape;1173;p174"/>
          <p:cNvSpPr/>
          <p:nvPr/>
        </p:nvSpPr>
        <p:spPr>
          <a:xfrm>
            <a:off x="731520" y="3992879"/>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3</a:t>
            </a:r>
            <a:endParaRPr/>
          </a:p>
        </p:txBody>
      </p:sp>
      <p:cxnSp>
        <p:nvCxnSpPr>
          <p:cNvPr id="1174" name="Google Shape;1174;p174"/>
          <p:cNvCxnSpPr/>
          <p:nvPr/>
        </p:nvCxnSpPr>
        <p:spPr>
          <a:xfrm>
            <a:off x="6018123" y="4440936"/>
            <a:ext cx="155448" cy="0"/>
          </a:xfrm>
          <a:prstGeom prst="straightConnector1">
            <a:avLst/>
          </a:prstGeom>
          <a:noFill/>
          <a:ln cap="flat" cmpd="sng" w="19050">
            <a:solidFill>
              <a:srgbClr val="FFFFFF"/>
            </a:solidFill>
            <a:prstDash val="solid"/>
            <a:round/>
            <a:headEnd len="sm" w="sm" type="none"/>
            <a:tailEnd len="med" w="med" type="triangle"/>
          </a:ln>
          <a:effectLst>
            <a:outerShdw blurRad="40000" rotWithShape="0" dir="5400000" dist="20000">
              <a:srgbClr val="000000">
                <a:alpha val="38039"/>
              </a:srgbClr>
            </a:outerShdw>
          </a:effectLst>
        </p:spPr>
      </p:cxnSp>
      <p:sp>
        <p:nvSpPr>
          <p:cNvPr id="1175" name="Google Shape;1175;p174"/>
          <p:cNvSpPr/>
          <p:nvPr/>
        </p:nvSpPr>
        <p:spPr>
          <a:xfrm>
            <a:off x="6210147" y="3864864"/>
            <a:ext cx="5432907" cy="1152144"/>
          </a:xfrm>
          <a:prstGeom prst="roundRect">
            <a:avLst>
              <a:gd fmla="val 9523" name="adj"/>
            </a:avLst>
          </a:prstGeom>
          <a:solidFill>
            <a:srgbClr val="F0F3F6"/>
          </a:solidFill>
          <a:ln>
            <a:noFill/>
          </a:ln>
        </p:spPr>
        <p:txBody>
          <a:bodyPr anchorCtr="0" anchor="t" bIns="128000" lIns="182875" spcFirstLastPara="1" rIns="182875" wrap="square" tIns="7498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324158"/>
                </a:solidFill>
                <a:latin typeface="Fira Sans"/>
                <a:ea typeface="Fira Sans"/>
                <a:cs typeface="Fira Sans"/>
                <a:sym typeface="Fira Sans"/>
              </a:rPr>
              <a:t>Draw your dots: </a:t>
            </a:r>
            <a:r>
              <a:rPr b="0" i="0" lang="en-US" sz="1800" u="none" cap="none" strike="noStrike">
                <a:solidFill>
                  <a:srgbClr val="324158"/>
                </a:solidFill>
                <a:latin typeface="Consolas"/>
                <a:ea typeface="Consolas"/>
                <a:cs typeface="Consolas"/>
                <a:sym typeface="Consolas"/>
              </a:rPr>
              <a:t>uv run shipharness report</a:t>
            </a:r>
            <a:endParaRPr/>
          </a:p>
        </p:txBody>
      </p:sp>
      <p:sp>
        <p:nvSpPr>
          <p:cNvPr id="1176" name="Google Shape;1176;p174"/>
          <p:cNvSpPr/>
          <p:nvPr/>
        </p:nvSpPr>
        <p:spPr>
          <a:xfrm>
            <a:off x="6393027" y="3992879"/>
            <a:ext cx="512064" cy="512064"/>
          </a:xfrm>
          <a:prstGeom prst="ellipse">
            <a:avLst/>
          </a:prstGeom>
          <a:solidFill>
            <a:srgbClr val="3896D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Fira Sans"/>
                <a:ea typeface="Fira Sans"/>
                <a:cs typeface="Fira Sans"/>
                <a:sym typeface="Fira Sans"/>
              </a:rPr>
              <a:t>4</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75"/>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The harness in one picture</a:t>
            </a:r>
            <a:endParaRPr/>
          </a:p>
        </p:txBody>
      </p:sp>
      <p:sp>
        <p:nvSpPr>
          <p:cNvPr id="1182" name="Google Shape;1182;p175"/>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Four layers around an unchanged model, one sandbox, one referee outside.</a:t>
            </a:r>
            <a:endParaRPr/>
          </a:p>
        </p:txBody>
      </p:sp>
      <p:sp>
        <p:nvSpPr>
          <p:cNvPr id="1183" name="Google Shape;1183;p175"/>
          <p:cNvSpPr/>
          <p:nvPr/>
        </p:nvSpPr>
        <p:spPr>
          <a:xfrm>
            <a:off x="548640" y="1411568"/>
            <a:ext cx="11094415" cy="3836742"/>
          </a:xfrm>
          <a:prstGeom prst="roundRect">
            <a:avLst>
              <a:gd fmla="val 2859"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harness-one-picture: The harness-one-picture diagram, full frame: the model in the centre, its tools in one dashed box (the sandbox, the same for both arms), the four layers around them, the referee outside scoring the diff." id="1184" name="Google Shape;1184;p175"/>
          <p:cNvPicPr preferRelativeResize="0"/>
          <p:nvPr/>
        </p:nvPicPr>
        <p:blipFill rotWithShape="1">
          <a:blip r:embed="rId3">
            <a:alphaModFix/>
          </a:blip>
          <a:srcRect b="0" l="0" r="0" t="0"/>
          <a:stretch/>
        </p:blipFill>
        <p:spPr>
          <a:xfrm>
            <a:off x="594360" y="1457288"/>
            <a:ext cx="11002975" cy="3745302"/>
          </a:xfrm>
          <a:prstGeom prst="rect">
            <a:avLst/>
          </a:prstGeom>
          <a:noFill/>
          <a:ln>
            <a:noFill/>
          </a:ln>
        </p:spPr>
      </p:pic>
      <p:sp>
        <p:nvSpPr>
          <p:cNvPr id="1185" name="Google Shape;1185;p175"/>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Each layer changes what the agent sees, keeps, may touch, or must prove.</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176"/>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Summary:</a:t>
            </a:r>
            <a:r>
              <a:rPr b="1" i="0" lang="en-US" sz="3000">
                <a:solidFill>
                  <a:srgbClr val="FFFFFF"/>
                </a:solidFill>
                <a:latin typeface="Fira Sans"/>
                <a:ea typeface="Fira Sans"/>
                <a:cs typeface="Fira Sans"/>
                <a:sym typeface="Fira Sans"/>
              </a:rPr>
              <a:t> Key takeaways</a:t>
            </a:r>
            <a:endParaRPr/>
          </a:p>
        </p:txBody>
      </p:sp>
      <p:sp>
        <p:nvSpPr>
          <p:cNvPr id="1191" name="Google Shape;1191;p176"/>
          <p:cNvSpPr txBox="1"/>
          <p:nvPr/>
        </p:nvSpPr>
        <p:spPr>
          <a:xfrm>
            <a:off x="548628" y="913108"/>
            <a:ext cx="11094300" cy="35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Four layers, four measurements, one rule.</a:t>
            </a:r>
            <a:endParaRPr/>
          </a:p>
        </p:txBody>
      </p:sp>
      <p:sp>
        <p:nvSpPr>
          <p:cNvPr id="1192" name="Google Shape;1192;p176"/>
          <p:cNvSpPr/>
          <p:nvPr/>
        </p:nvSpPr>
        <p:spPr>
          <a:xfrm>
            <a:off x="548640" y="1559691"/>
            <a:ext cx="11094415" cy="3540496"/>
          </a:xfrm>
          <a:prstGeom prst="roundRect">
            <a:avLst>
              <a:gd fmla="val 3099" name="adj"/>
            </a:avLst>
          </a:prstGeom>
          <a:solidFill>
            <a:srgbClr val="F0F3F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Diagram module-summary: The module-summary diagram: four section boxes, each with its mechanism and measured result, leading to numbered takeaways in &quot;X = Y&quot; form." id="1193" name="Google Shape;1193;p176"/>
          <p:cNvPicPr preferRelativeResize="0"/>
          <p:nvPr/>
        </p:nvPicPr>
        <p:blipFill rotWithShape="1">
          <a:blip r:embed="rId3">
            <a:alphaModFix/>
          </a:blip>
          <a:srcRect b="0" l="0" r="0" t="0"/>
          <a:stretch/>
        </p:blipFill>
        <p:spPr>
          <a:xfrm>
            <a:off x="594360" y="1605411"/>
            <a:ext cx="11002975" cy="3449056"/>
          </a:xfrm>
          <a:prstGeom prst="rect">
            <a:avLst/>
          </a:prstGeom>
          <a:noFill/>
          <a:ln>
            <a:noFill/>
          </a:ln>
        </p:spPr>
      </p:pic>
      <p:sp>
        <p:nvSpPr>
          <p:cNvPr id="1194" name="Google Shape;1194;p176"/>
          <p:cNvSpPr/>
          <p:nvPr/>
        </p:nvSpPr>
        <p:spPr>
          <a:xfrm>
            <a:off x="548640" y="5586983"/>
            <a:ext cx="11094415" cy="402336"/>
          </a:xfrm>
          <a:prstGeom prst="roundRect">
            <a:avLst>
              <a:gd fmla="val 27272" name="adj"/>
            </a:avLst>
          </a:prstGeom>
          <a:solidFill>
            <a:srgbClr val="F0F3F6"/>
          </a:solidFill>
          <a:ln cap="flat" cmpd="sng" w="38100">
            <a:solidFill>
              <a:srgbClr val="FFAB40"/>
            </a:solidFill>
            <a:prstDash val="solid"/>
            <a:round/>
            <a:headEnd len="sm" w="sm" type="none"/>
            <a:tailEnd len="sm" w="sm" type="none"/>
          </a:ln>
        </p:spPr>
        <p:txBody>
          <a:bodyPr anchorCtr="0" anchor="ctr" bIns="64000" lIns="182875" spcFirstLastPara="1" rIns="182875" wrap="square" tIns="640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Key idea:  Every layer is a bet on what the model cannot do alone; measure it before you keep it.</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77"/>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References (1 of 2):</a:t>
            </a:r>
            <a:r>
              <a:rPr b="1" i="0" lang="en-US" sz="3000">
                <a:solidFill>
                  <a:srgbClr val="FFFFFF"/>
                </a:solidFill>
                <a:latin typeface="Fira Sans"/>
                <a:ea typeface="Fira Sans"/>
                <a:cs typeface="Fira Sans"/>
                <a:sym typeface="Fira Sans"/>
              </a:rPr>
              <a:t> sources in the order cited</a:t>
            </a:r>
            <a:endParaRPr/>
          </a:p>
        </p:txBody>
      </p:sp>
      <p:sp>
        <p:nvSpPr>
          <p:cNvPr id="1200" name="Google Shape;1200;p177"/>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Every source cited today, numbered in order of first use, with its link.</a:t>
            </a:r>
            <a:endParaRPr/>
          </a:p>
        </p:txBody>
      </p:sp>
      <p:graphicFrame>
        <p:nvGraphicFramePr>
          <p:cNvPr id="1201" name="Google Shape;1201;p177"/>
          <p:cNvGraphicFramePr/>
          <p:nvPr/>
        </p:nvGraphicFramePr>
        <p:xfrm>
          <a:off x="548640" y="1437132"/>
          <a:ext cx="3000000" cy="3000000"/>
        </p:xfrm>
        <a:graphic>
          <a:graphicData uri="http://schemas.openxmlformats.org/drawingml/2006/table">
            <a:tbl>
              <a:tblPr firstRow="1">
                <a:noFill/>
                <a:tableStyleId>{01364A0A-BACB-46D7-832C-BCCBC61AE77F}</a:tableStyleId>
              </a:tblPr>
              <a:tblGrid>
                <a:gridCol w="1317775"/>
                <a:gridCol w="9776625"/>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Source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Title, author, date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3"/>
                        </a:rPr>
                        <a:t>Harness engineering: leveraging Codex in an agent-first world</a:t>
                      </a:r>
                      <a:r>
                        <a:rPr b="0" i="0" lang="en-US" sz="1800" u="none" cap="none" strike="noStrike">
                          <a:solidFill>
                            <a:srgbClr val="324158"/>
                          </a:solidFill>
                          <a:latin typeface="Fira Sans"/>
                          <a:ea typeface="Fira Sans"/>
                          <a:cs typeface="Fira Sans"/>
                          <a:sym typeface="Fira Sans"/>
                        </a:rPr>
                        <a:t>, Ryan Lopopolo, OpenAI, 2026-02-11</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2</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4"/>
                        </a:rPr>
                        <a:t>Effective harnesses for long-running agents</a:t>
                      </a:r>
                      <a:r>
                        <a:rPr b="0" i="0" lang="en-US" sz="1800" u="none" cap="none" strike="noStrike">
                          <a:solidFill>
                            <a:srgbClr val="324158"/>
                          </a:solidFill>
                          <a:latin typeface="Fira Sans"/>
                          <a:ea typeface="Fira Sans"/>
                          <a:cs typeface="Fira Sans"/>
                          <a:sym typeface="Fira Sans"/>
                        </a:rPr>
                        <a:t>, Justin Young, Anthropic, 2025-11-26</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3</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5"/>
                        </a:rPr>
                        <a:t>Harness design for long-running application development</a:t>
                      </a:r>
                      <a:r>
                        <a:rPr b="0" i="0" lang="en-US" sz="1800" u="none" cap="none" strike="noStrike">
                          <a:solidFill>
                            <a:srgbClr val="324158"/>
                          </a:solidFill>
                          <a:latin typeface="Fira Sans"/>
                          <a:ea typeface="Fira Sans"/>
                          <a:cs typeface="Fira Sans"/>
                          <a:sym typeface="Fira Sans"/>
                        </a:rPr>
                        <a:t>, Prithvi Rajasekaran, Anthropic, 2026-03-24</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4</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6"/>
                        </a:rPr>
                        <a:t>Building a C compiler with a team of parallel Claudes</a:t>
                      </a:r>
                      <a:r>
                        <a:rPr b="0" i="0" lang="en-US" sz="1800" u="none" cap="none" strike="noStrike">
                          <a:solidFill>
                            <a:srgbClr val="324158"/>
                          </a:solidFill>
                          <a:latin typeface="Fira Sans"/>
                          <a:ea typeface="Fira Sans"/>
                          <a:cs typeface="Fira Sans"/>
                          <a:sym typeface="Fira Sans"/>
                        </a:rPr>
                        <a:t>, Nicholas Carlini, Anthropic, 2026-02-05</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5</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7"/>
                        </a:rPr>
                        <a:t>Billing (LangSmith docs)</a:t>
                      </a:r>
                      <a:r>
                        <a:rPr b="0" i="0" lang="en-US" sz="1800" u="none" cap="none" strike="noStrike">
                          <a:solidFill>
                            <a:srgbClr val="324158"/>
                          </a:solidFill>
                          <a:latin typeface="Fira Sans"/>
                          <a:ea typeface="Fira Sans"/>
                          <a:cs typeface="Fira Sans"/>
                          <a:sym typeface="Fira Sans"/>
                        </a:rPr>
                        <a:t>, LangChain, living page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6</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8"/>
                        </a:rPr>
                        <a:t>Agent Skills Specification</a:t>
                      </a:r>
                      <a:r>
                        <a:rPr b="0" i="0" lang="en-US" sz="1800" u="none" cap="none" strike="noStrike">
                          <a:solidFill>
                            <a:srgbClr val="324158"/>
                          </a:solidFill>
                          <a:latin typeface="Fira Sans"/>
                          <a:ea typeface="Fira Sans"/>
                          <a:cs typeface="Fira Sans"/>
                          <a:sym typeface="Fira Sans"/>
                        </a:rPr>
                        <a:t>, Agent Skills project, undated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7</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9"/>
                        </a:rPr>
                        <a:t>Extend Claude with skills</a:t>
                      </a:r>
                      <a:r>
                        <a:rPr b="0" i="0" lang="en-US" sz="1800" u="none" cap="none" strike="noStrike">
                          <a:solidFill>
                            <a:srgbClr val="324158"/>
                          </a:solidFill>
                          <a:latin typeface="Fira Sans"/>
                          <a:ea typeface="Fira Sans"/>
                          <a:cs typeface="Fira Sans"/>
                          <a:sym typeface="Fira Sans"/>
                        </a:rPr>
                        <a:t>, Anthropic, Claude Code docs, living page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8</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10"/>
                        </a:rPr>
                        <a:t>Build skills</a:t>
                      </a:r>
                      <a:r>
                        <a:rPr b="0" i="0" lang="en-US" sz="1800" u="none" cap="none" strike="noStrike">
                          <a:solidFill>
                            <a:srgbClr val="324158"/>
                          </a:solidFill>
                          <a:latin typeface="Fira Sans"/>
                          <a:ea typeface="Fira Sans"/>
                          <a:cs typeface="Fira Sans"/>
                          <a:sym typeface="Fira Sans"/>
                        </a:rPr>
                        <a:t>, OpenAI, Codex docs, living page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9</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11"/>
                        </a:rPr>
                        <a:t>Agent Skills (Cursor docs)</a:t>
                      </a:r>
                      <a:r>
                        <a:rPr b="0" i="0" lang="en-US" sz="1800" u="none" cap="none" strike="noStrike">
                          <a:solidFill>
                            <a:srgbClr val="324158"/>
                          </a:solidFill>
                          <a:latin typeface="Fira Sans"/>
                          <a:ea typeface="Fira Sans"/>
                          <a:cs typeface="Fira Sans"/>
                          <a:sym typeface="Fira Sans"/>
                        </a:rPr>
                        <a:t>, Anysphere, Cursor docs, living page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178"/>
          <p:cNvSpPr txBox="1"/>
          <p:nvPr>
            <p:ph type="title"/>
          </p:nvPr>
        </p:nvSpPr>
        <p:spPr>
          <a:xfrm>
            <a:off x="457200" y="201168"/>
            <a:ext cx="11277295" cy="548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900"/>
              <a:buNone/>
            </a:pPr>
            <a:r>
              <a:rPr b="1" i="0" lang="en-US" sz="3000">
                <a:solidFill>
                  <a:srgbClr val="3896D2"/>
                </a:solidFill>
                <a:latin typeface="Fira Sans"/>
                <a:ea typeface="Fira Sans"/>
                <a:cs typeface="Fira Sans"/>
                <a:sym typeface="Fira Sans"/>
              </a:rPr>
              <a:t>References (2 of 2):</a:t>
            </a:r>
            <a:r>
              <a:rPr b="1" i="0" lang="en-US" sz="3000">
                <a:solidFill>
                  <a:srgbClr val="FFFFFF"/>
                </a:solidFill>
                <a:latin typeface="Fira Sans"/>
                <a:ea typeface="Fira Sans"/>
                <a:cs typeface="Fira Sans"/>
                <a:sym typeface="Fira Sans"/>
              </a:rPr>
              <a:t> the remaining sources</a:t>
            </a:r>
            <a:endParaRPr/>
          </a:p>
        </p:txBody>
      </p:sp>
      <p:sp>
        <p:nvSpPr>
          <p:cNvPr id="1207" name="Google Shape;1207;p178"/>
          <p:cNvSpPr txBox="1"/>
          <p:nvPr/>
        </p:nvSpPr>
        <p:spPr>
          <a:xfrm>
            <a:off x="548640" y="749808"/>
            <a:ext cx="11094415" cy="35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Fira Sans"/>
                <a:ea typeface="Fira Sans"/>
                <a:cs typeface="Fira Sans"/>
                <a:sym typeface="Fira Sans"/>
              </a:rPr>
              <a:t>The rest of today's sources, with links.</a:t>
            </a:r>
            <a:endParaRPr/>
          </a:p>
        </p:txBody>
      </p:sp>
      <p:graphicFrame>
        <p:nvGraphicFramePr>
          <p:cNvPr id="1208" name="Google Shape;1208;p178"/>
          <p:cNvGraphicFramePr/>
          <p:nvPr/>
        </p:nvGraphicFramePr>
        <p:xfrm>
          <a:off x="548640" y="1631442"/>
          <a:ext cx="3000000" cy="3000000"/>
        </p:xfrm>
        <a:graphic>
          <a:graphicData uri="http://schemas.openxmlformats.org/drawingml/2006/table">
            <a:tbl>
              <a:tblPr firstRow="1">
                <a:noFill/>
                <a:tableStyleId>{01364A0A-BACB-46D7-832C-BCCBC61AE77F}</a:tableStyleId>
              </a:tblPr>
              <a:tblGrid>
                <a:gridCol w="1436675"/>
                <a:gridCol w="9657725"/>
              </a:tblGrid>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Source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Fira Sans"/>
                          <a:ea typeface="Fira Sans"/>
                          <a:cs typeface="Fira Sans"/>
                          <a:sym typeface="Fira Sans"/>
                        </a:rPr>
                        <a:t>Title, author, date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3896D2"/>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10</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3"/>
                        </a:rPr>
                        <a:t>Using PLANS.md for multi-hour problem solving</a:t>
                      </a:r>
                      <a:r>
                        <a:rPr b="0" i="0" lang="en-US" sz="1800" u="none" cap="none" strike="noStrike">
                          <a:solidFill>
                            <a:srgbClr val="324158"/>
                          </a:solidFill>
                          <a:latin typeface="Fira Sans"/>
                          <a:ea typeface="Fira Sans"/>
                          <a:cs typeface="Fira Sans"/>
                          <a:sym typeface="Fira Sans"/>
                        </a:rPr>
                        <a:t>, Aaron Friel, OpenAI Cookbook, 2025-10-07</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11</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4"/>
                        </a:rPr>
                        <a:t>None network driver (Docker docs)</a:t>
                      </a:r>
                      <a:r>
                        <a:rPr b="0" i="0" lang="en-US" sz="1800" u="none" cap="none" strike="noStrike">
                          <a:solidFill>
                            <a:srgbClr val="324158"/>
                          </a:solidFill>
                          <a:latin typeface="Fira Sans"/>
                          <a:ea typeface="Fira Sans"/>
                          <a:cs typeface="Fira Sans"/>
                          <a:sym typeface="Fira Sans"/>
                        </a:rPr>
                        <a:t>, Docker, living page</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12</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5"/>
                        </a:rPr>
                        <a:t>SpecBench: Measuring Reward Hacking in Long-Horizon Coding Agents</a:t>
                      </a:r>
                      <a:r>
                        <a:rPr b="0" i="0" lang="en-US" sz="1800" u="none" cap="none" strike="noStrike">
                          <a:solidFill>
                            <a:srgbClr val="324158"/>
                          </a:solidFill>
                          <a:latin typeface="Fira Sans"/>
                          <a:ea typeface="Fira Sans"/>
                          <a:cs typeface="Fira Sans"/>
                          <a:sym typeface="Fira Sans"/>
                        </a:rPr>
                        <a:t>, Zhao, Srikanth, Wu, Jiang, Weco AI (</a:t>
                      </a:r>
                      <a:r>
                        <a:rPr b="0" i="0" lang="en-US" sz="1800" u="sng" cap="none" strike="noStrike">
                          <a:solidFill>
                            <a:schemeClr val="hlink"/>
                          </a:solidFill>
                          <a:latin typeface="Fira Sans"/>
                          <a:ea typeface="Fira Sans"/>
                          <a:cs typeface="Fira Sans"/>
                          <a:sym typeface="Fira Sans"/>
                          <a:hlinkClick r:id="rId6"/>
                        </a:rPr>
                        <a:t>repository</a:t>
                      </a:r>
                      <a:r>
                        <a:rPr b="0" i="0" lang="en-US" sz="1800" u="none" cap="none" strike="noStrike">
                          <a:solidFill>
                            <a:srgbClr val="324158"/>
                          </a:solidFill>
                          <a:latin typeface="Fira Sans"/>
                          <a:ea typeface="Fira Sans"/>
                          <a:cs typeface="Fira Sans"/>
                          <a:sym typeface="Fira Sans"/>
                        </a:rPr>
                        <a:t>), 2026-05-20</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13</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7"/>
                        </a:rPr>
                        <a:t>Automated Unit Test Improvement using Large Language Models at Meta</a:t>
                      </a:r>
                      <a:r>
                        <a:rPr b="0" i="0" lang="en-US" sz="1800" u="none" cap="none" strike="noStrike">
                          <a:solidFill>
                            <a:srgbClr val="324158"/>
                          </a:solidFill>
                          <a:latin typeface="Fira Sans"/>
                          <a:ea typeface="Fira Sans"/>
                          <a:cs typeface="Fira Sans"/>
                          <a:sym typeface="Fira Sans"/>
                        </a:rPr>
                        <a:t>, Alshahwan et al., Meta, FSE 2024</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14</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8"/>
                        </a:rPr>
                        <a:t>Mutation-Guided LLM-based Test Generation at Meta</a:t>
                      </a:r>
                      <a:r>
                        <a:rPr b="0" i="0" lang="en-US" sz="1800" u="none" cap="none" strike="noStrike">
                          <a:solidFill>
                            <a:srgbClr val="324158"/>
                          </a:solidFill>
                          <a:latin typeface="Fira Sans"/>
                          <a:ea typeface="Fira Sans"/>
                          <a:cs typeface="Fira Sans"/>
                          <a:sym typeface="Fira Sans"/>
                        </a:rPr>
                        <a:t>, Foster et al., Meta, 2025</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15</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9"/>
                        </a:rPr>
                        <a:t>Autonomous Coding Agent Demo (README)</a:t>
                      </a:r>
                      <a:r>
                        <a:rPr b="0" i="0" lang="en-US" sz="1800" u="none" cap="none" strike="noStrike">
                          <a:solidFill>
                            <a:srgbClr val="324158"/>
                          </a:solidFill>
                          <a:latin typeface="Fira Sans"/>
                          <a:ea typeface="Fira Sans"/>
                          <a:cs typeface="Fira Sans"/>
                          <a:sym typeface="Fira Sans"/>
                        </a:rPr>
                        <a:t>, Anthropic, 2025-11-26</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16</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10"/>
                        </a:rPr>
                        <a:t>Agent Skills Overview</a:t>
                      </a:r>
                      <a:r>
                        <a:rPr b="0" i="0" lang="en-US" sz="1800" u="none" cap="none" strike="noStrike">
                          <a:solidFill>
                            <a:srgbClr val="324158"/>
                          </a:solidFill>
                          <a:latin typeface="Fira Sans"/>
                          <a:ea typeface="Fira Sans"/>
                          <a:cs typeface="Fira Sans"/>
                          <a:sym typeface="Fira Sans"/>
                        </a:rPr>
                        <a:t>, Agent Skills project, undated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F0F3F6"/>
                    </a:solidFill>
                  </a:tcPr>
                </a:tc>
              </a:tr>
              <a:tr h="388625">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324158"/>
                          </a:solidFill>
                          <a:latin typeface="Fira Sans"/>
                          <a:ea typeface="Fira Sans"/>
                          <a:cs typeface="Fira Sans"/>
                          <a:sym typeface="Fira Sans"/>
                        </a:rPr>
                        <a:t>Source 17</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chemeClr val="hlink"/>
                          </a:solidFill>
                          <a:latin typeface="Fira Sans"/>
                          <a:ea typeface="Fira Sans"/>
                          <a:cs typeface="Fira Sans"/>
                          <a:sym typeface="Fira Sans"/>
                          <a:hlinkClick r:id="rId11"/>
                        </a:rPr>
                        <a:t>How to add skills support to your agent</a:t>
                      </a:r>
                      <a:r>
                        <a:rPr b="0" i="0" lang="en-US" sz="1800" u="none" cap="none" strike="noStrike">
                          <a:solidFill>
                            <a:srgbClr val="324158"/>
                          </a:solidFill>
                          <a:latin typeface="Fira Sans"/>
                          <a:ea typeface="Fira Sans"/>
                          <a:cs typeface="Fira Sans"/>
                          <a:sym typeface="Fira Sans"/>
                        </a:rPr>
                        <a:t>, Agent Skills project, undated</a:t>
                      </a:r>
                      <a:endParaRPr/>
                    </a:p>
                  </a:txBody>
                  <a:tcPr marT="45725" marB="45725" marR="73150" marL="73150" anchor="ctr">
                    <a:lnL cap="flat" cmpd="sng" w="12700">
                      <a:solidFill>
                        <a:srgbClr val="324158"/>
                      </a:solidFill>
                      <a:prstDash val="solid"/>
                      <a:round/>
                      <a:headEnd len="sm" w="sm" type="none"/>
                      <a:tailEnd len="sm" w="sm" type="none"/>
                    </a:lnL>
                    <a:lnR cap="flat" cmpd="sng" w="12700">
                      <a:solidFill>
                        <a:srgbClr val="324158"/>
                      </a:solidFill>
                      <a:prstDash val="solid"/>
                      <a:round/>
                      <a:headEnd len="sm" w="sm" type="none"/>
                      <a:tailEnd len="sm" w="sm" type="none"/>
                    </a:lnR>
                    <a:lnT cap="flat" cmpd="sng" w="12700">
                      <a:solidFill>
                        <a:srgbClr val="324158"/>
                      </a:solidFill>
                      <a:prstDash val="solid"/>
                      <a:round/>
                      <a:headEnd len="sm" w="sm" type="none"/>
                      <a:tailEnd len="sm" w="sm" type="none"/>
                    </a:lnT>
                    <a:lnB cap="flat" cmpd="sng" w="12700">
                      <a:solidFill>
                        <a:srgbClr val="324158"/>
                      </a:solidFill>
                      <a:prstDash val="solid"/>
                      <a:round/>
                      <a:headEnd len="sm" w="sm" type="none"/>
                      <a:tailEnd len="sm" w="sm" type="none"/>
                    </a:lnB>
                    <a:solidFill>
                      <a:srgbClr val="DDE4EB"/>
                    </a:solidFill>
                  </a:tcPr>
                </a:tc>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79"/>
          <p:cNvSpPr txBox="1"/>
          <p:nvPr/>
        </p:nvSpPr>
        <p:spPr>
          <a:xfrm>
            <a:off x="380450" y="1254804"/>
            <a:ext cx="6371400" cy="527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700"/>
              <a:buFont typeface="Arial"/>
              <a:buNone/>
            </a:pPr>
            <a:r>
              <a:rPr b="1" i="0" lang="en-US" sz="1700" u="none" cap="none" strike="noStrike">
                <a:solidFill>
                  <a:schemeClr val="lt1"/>
                </a:solidFill>
                <a:latin typeface="Fira Sans"/>
                <a:ea typeface="Fira Sans"/>
                <a:cs typeface="Fira Sans"/>
                <a:sym typeface="Fira Sans"/>
              </a:rPr>
              <a:t>Ask about anything:</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Concepts from today's modules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How this applies to your work</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Implementation details</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Clarifications on what we covered</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0"/>
              </a:spcAft>
              <a:buClr>
                <a:srgbClr val="000000"/>
              </a:buClr>
              <a:buSzPts val="1700"/>
              <a:buFont typeface="Arial"/>
              <a:buNone/>
            </a:pPr>
            <a:br>
              <a:rPr b="0"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Quick Request</a:t>
            </a:r>
            <a:endParaRPr b="1"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120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Please do not mind if a question gets skipped accidentally</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Repost politely in chat if needed</a:t>
            </a:r>
            <a:endParaRPr b="0" i="0" sz="1700" u="none" cap="none" strike="noStrike">
              <a:solidFill>
                <a:schemeClr val="lt1"/>
              </a:solidFill>
              <a:latin typeface="Fira Sans"/>
              <a:ea typeface="Fira Sans"/>
              <a:cs typeface="Fira Sans"/>
              <a:sym typeface="Fira Sans"/>
            </a:endParaRPr>
          </a:p>
          <a:p>
            <a:pPr indent="-336550" lvl="0" marL="457200" marR="0" rtl="0" algn="l">
              <a:lnSpc>
                <a:spcPct val="115000"/>
              </a:lnSpc>
              <a:spcBef>
                <a:spcPts val="0"/>
              </a:spcBef>
              <a:spcAft>
                <a:spcPts val="0"/>
              </a:spcAft>
              <a:buClr>
                <a:schemeClr val="lt1"/>
              </a:buClr>
              <a:buSzPts val="1700"/>
              <a:buFont typeface="Fira Sans"/>
              <a:buChar char="●"/>
            </a:pPr>
            <a:r>
              <a:rPr b="0" i="0" lang="en-US" sz="1700" u="none" cap="none" strike="noStrike">
                <a:solidFill>
                  <a:schemeClr val="lt1"/>
                </a:solidFill>
                <a:latin typeface="Fira Sans"/>
                <a:ea typeface="Fira Sans"/>
                <a:cs typeface="Fira Sans"/>
                <a:sym typeface="Fira Sans"/>
              </a:rPr>
              <a:t>We will try our best to cover as many questions as possible</a:t>
            </a:r>
            <a:endParaRPr b="0" i="0" sz="1700" u="none" cap="none" strike="noStrike">
              <a:solidFill>
                <a:schemeClr val="lt1"/>
              </a:solidFill>
              <a:latin typeface="Fira Sans"/>
              <a:ea typeface="Fira Sans"/>
              <a:cs typeface="Fira Sans"/>
              <a:sym typeface="Fira Sans"/>
            </a:endParaRPr>
          </a:p>
          <a:p>
            <a:pPr indent="0" lvl="0" marL="0" marR="0" rtl="0" algn="l">
              <a:lnSpc>
                <a:spcPct val="115000"/>
              </a:lnSpc>
              <a:spcBef>
                <a:spcPts val="1200"/>
              </a:spcBef>
              <a:spcAft>
                <a:spcPts val="1200"/>
              </a:spcAft>
              <a:buClr>
                <a:srgbClr val="000000"/>
              </a:buClr>
              <a:buSzPts val="1700"/>
              <a:buFont typeface="Arial"/>
              <a:buNone/>
            </a:pPr>
            <a:br>
              <a:rPr b="1" i="0" lang="en-US" sz="1700" u="none" cap="none" strike="noStrike">
                <a:solidFill>
                  <a:schemeClr val="lt1"/>
                </a:solidFill>
                <a:latin typeface="Fira Sans"/>
                <a:ea typeface="Fira Sans"/>
                <a:cs typeface="Fira Sans"/>
                <a:sym typeface="Fira Sans"/>
              </a:rPr>
            </a:br>
            <a:br>
              <a:rPr b="1" i="0" lang="en-US" sz="1700" u="none" cap="none" strike="noStrike">
                <a:solidFill>
                  <a:schemeClr val="lt1"/>
                </a:solidFill>
                <a:latin typeface="Fira Sans"/>
                <a:ea typeface="Fira Sans"/>
                <a:cs typeface="Fira Sans"/>
                <a:sym typeface="Fira Sans"/>
              </a:rPr>
            </a:br>
            <a:r>
              <a:rPr b="1" i="0" lang="en-US" sz="1700" u="none" cap="none" strike="noStrike">
                <a:solidFill>
                  <a:schemeClr val="lt1"/>
                </a:solidFill>
                <a:latin typeface="Fira Sans"/>
                <a:ea typeface="Fira Sans"/>
                <a:cs typeface="Fira Sans"/>
                <a:sym typeface="Fira Sans"/>
              </a:rPr>
              <a:t>Remember:</a:t>
            </a:r>
            <a:r>
              <a:rPr b="0" i="0" lang="en-US" sz="1700" u="none" cap="none" strike="noStrike">
                <a:solidFill>
                  <a:schemeClr val="lt1"/>
                </a:solidFill>
                <a:latin typeface="Fira Sans"/>
                <a:ea typeface="Fira Sans"/>
                <a:cs typeface="Fira Sans"/>
                <a:sym typeface="Fira Sans"/>
              </a:rPr>
              <a:t> </a:t>
            </a:r>
            <a:r>
              <a:rPr b="0" i="0" lang="en-US" sz="1700" u="none" cap="none" strike="noStrike">
                <a:solidFill>
                  <a:schemeClr val="accent1"/>
                </a:solidFill>
                <a:latin typeface="Fira Sans"/>
                <a:ea typeface="Fira Sans"/>
                <a:cs typeface="Fira Sans"/>
                <a:sym typeface="Fira Sans"/>
              </a:rPr>
              <a:t>If you're wondering about it, others probably are too.</a:t>
            </a:r>
            <a:endParaRPr b="0" i="0" sz="1700" u="none" cap="none" strike="noStrike">
              <a:solidFill>
                <a:schemeClr val="accent1"/>
              </a:solidFill>
              <a:latin typeface="Fira Sans"/>
              <a:ea typeface="Fira Sans"/>
              <a:cs typeface="Fira Sans"/>
              <a:sym typeface="Fira Sans"/>
            </a:endParaRPr>
          </a:p>
        </p:txBody>
      </p:sp>
      <p:sp>
        <p:nvSpPr>
          <p:cNvPr id="1214" name="Google Shape;1214;p179"/>
          <p:cNvSpPr txBox="1"/>
          <p:nvPr/>
        </p:nvSpPr>
        <p:spPr>
          <a:xfrm>
            <a:off x="343174" y="113075"/>
            <a:ext cx="6487200" cy="7635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1400"/>
              </a:spcBef>
              <a:spcAft>
                <a:spcPts val="400"/>
              </a:spcAft>
              <a:buClr>
                <a:schemeClr val="dk1"/>
              </a:buClr>
              <a:buSzPts val="1100"/>
              <a:buFont typeface="Arial"/>
              <a:buNone/>
            </a:pPr>
            <a:r>
              <a:rPr b="1" i="0" lang="en-US" sz="2000" u="none" cap="none" strike="noStrike">
                <a:solidFill>
                  <a:schemeClr val="accent1"/>
                </a:solidFill>
                <a:latin typeface="Fira Sans"/>
                <a:ea typeface="Fira Sans"/>
                <a:cs typeface="Fira Sans"/>
                <a:sym typeface="Fira Sans"/>
              </a:rPr>
              <a:t>No Question Is Too Small Every Question Deserves an Answer!!</a:t>
            </a:r>
            <a:endParaRPr b="1" i="0" sz="3000" u="none" cap="none" strike="noStrike">
              <a:solidFill>
                <a:srgbClr val="3896D2"/>
              </a:solidFill>
              <a:latin typeface="Fira Sans"/>
              <a:ea typeface="Fira Sans"/>
              <a:cs typeface="Fira Sans"/>
              <a:sym typeface="Fira Sans"/>
            </a:endParaRPr>
          </a:p>
        </p:txBody>
      </p:sp>
      <p:pic>
        <p:nvPicPr>
          <p:cNvPr descr="Questions and answers illustration" id="1215" name="Google Shape;1215;p179"/>
          <p:cNvPicPr preferRelativeResize="0"/>
          <p:nvPr/>
        </p:nvPicPr>
        <p:blipFill rotWithShape="1">
          <a:blip r:embed="rId3">
            <a:alphaModFix/>
          </a:blip>
          <a:srcRect b="0" l="25124" r="23330" t="0"/>
          <a:stretch/>
        </p:blipFill>
        <p:spPr>
          <a:xfrm>
            <a:off x="6889425" y="0"/>
            <a:ext cx="5302575" cy="68580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pic>
        <p:nvPicPr>
          <p:cNvPr descr="Thank you closing illustration" id="1220" name="Google Shape;1220;p180"/>
          <p:cNvPicPr preferRelativeResize="0"/>
          <p:nvPr/>
        </p:nvPicPr>
        <p:blipFill rotWithShape="1">
          <a:blip r:embed="rId3">
            <a:alphaModFix/>
          </a:blip>
          <a:srcRect b="0" l="0" r="0" t="0"/>
          <a:stretch/>
        </p:blipFill>
        <p:spPr>
          <a:xfrm>
            <a:off x="3152888" y="597563"/>
            <a:ext cx="5886216" cy="5662872"/>
          </a:xfrm>
          <a:prstGeom prst="cloud">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IK.Presentation.Theme.1">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